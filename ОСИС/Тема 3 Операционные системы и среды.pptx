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66"/>
  </p:notesMasterIdLst>
  <p:sldIdLst>
    <p:sldId id="300" r:id="rId2"/>
    <p:sldId id="344" r:id="rId3"/>
    <p:sldId id="346" r:id="rId4"/>
    <p:sldId id="347" r:id="rId5"/>
    <p:sldId id="348" r:id="rId6"/>
    <p:sldId id="349" r:id="rId7"/>
    <p:sldId id="350" r:id="rId8"/>
    <p:sldId id="351" r:id="rId9"/>
    <p:sldId id="352" r:id="rId10"/>
    <p:sldId id="353" r:id="rId11"/>
    <p:sldId id="354"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43" r:id="rId26"/>
    <p:sldId id="342" r:id="rId27"/>
    <p:sldId id="369" r:id="rId28"/>
    <p:sldId id="370" r:id="rId29"/>
    <p:sldId id="371" r:id="rId30"/>
    <p:sldId id="372" r:id="rId31"/>
    <p:sldId id="373" r:id="rId32"/>
    <p:sldId id="374" r:id="rId33"/>
    <p:sldId id="375" r:id="rId34"/>
    <p:sldId id="376" r:id="rId35"/>
    <p:sldId id="377" r:id="rId36"/>
    <p:sldId id="378" r:id="rId37"/>
    <p:sldId id="379" r:id="rId38"/>
    <p:sldId id="380" r:id="rId39"/>
    <p:sldId id="381" r:id="rId40"/>
    <p:sldId id="382" r:id="rId41"/>
    <p:sldId id="383" r:id="rId42"/>
    <p:sldId id="384" r:id="rId43"/>
    <p:sldId id="385" r:id="rId44"/>
    <p:sldId id="386" r:id="rId45"/>
    <p:sldId id="387" r:id="rId46"/>
    <p:sldId id="388" r:id="rId47"/>
    <p:sldId id="389" r:id="rId48"/>
    <p:sldId id="390" r:id="rId49"/>
    <p:sldId id="391" r:id="rId50"/>
    <p:sldId id="392" r:id="rId51"/>
    <p:sldId id="395" r:id="rId52"/>
    <p:sldId id="396" r:id="rId53"/>
    <p:sldId id="397" r:id="rId54"/>
    <p:sldId id="398" r:id="rId55"/>
    <p:sldId id="399" r:id="rId56"/>
    <p:sldId id="400" r:id="rId57"/>
    <p:sldId id="401" r:id="rId58"/>
    <p:sldId id="402" r:id="rId59"/>
    <p:sldId id="403" r:id="rId60"/>
    <p:sldId id="404" r:id="rId61"/>
    <p:sldId id="405" r:id="rId62"/>
    <p:sldId id="406" r:id="rId63"/>
    <p:sldId id="393" r:id="rId64"/>
    <p:sldId id="394" r:id="rId65"/>
  </p:sldIdLst>
  <p:sldSz cx="24384000" cy="13716000"/>
  <p:notesSz cx="6858000" cy="9144000"/>
  <p:defaultTextStyle>
    <a:defPPr>
      <a:defRPr lang="en-US"/>
    </a:defPPr>
    <a:lvl1pPr algn="ctr" rtl="0" fontAlgn="base">
      <a:spcBef>
        <a:spcPct val="0"/>
      </a:spcBef>
      <a:spcAft>
        <a:spcPct val="0"/>
      </a:spcAft>
      <a:defRPr sz="5600" kern="1200">
        <a:solidFill>
          <a:srgbClr val="000000"/>
        </a:solidFill>
        <a:latin typeface="Gill Sans" charset="0"/>
        <a:ea typeface="Heiti SC Light" charset="0"/>
        <a:cs typeface="Heiti SC Light" charset="0"/>
        <a:sym typeface="Gill Sans" charset="0"/>
      </a:defRPr>
    </a:lvl1pPr>
    <a:lvl2pPr marL="457200" algn="ctr" rtl="0" fontAlgn="base">
      <a:spcBef>
        <a:spcPct val="0"/>
      </a:spcBef>
      <a:spcAft>
        <a:spcPct val="0"/>
      </a:spcAft>
      <a:defRPr sz="5600" kern="1200">
        <a:solidFill>
          <a:srgbClr val="000000"/>
        </a:solidFill>
        <a:latin typeface="Gill Sans" charset="0"/>
        <a:ea typeface="Heiti SC Light" charset="0"/>
        <a:cs typeface="Heiti SC Light" charset="0"/>
        <a:sym typeface="Gill Sans" charset="0"/>
      </a:defRPr>
    </a:lvl2pPr>
    <a:lvl3pPr marL="914400" algn="ctr" rtl="0" fontAlgn="base">
      <a:spcBef>
        <a:spcPct val="0"/>
      </a:spcBef>
      <a:spcAft>
        <a:spcPct val="0"/>
      </a:spcAft>
      <a:defRPr sz="5600" kern="1200">
        <a:solidFill>
          <a:srgbClr val="000000"/>
        </a:solidFill>
        <a:latin typeface="Gill Sans" charset="0"/>
        <a:ea typeface="Heiti SC Light" charset="0"/>
        <a:cs typeface="Heiti SC Light" charset="0"/>
        <a:sym typeface="Gill Sans" charset="0"/>
      </a:defRPr>
    </a:lvl3pPr>
    <a:lvl4pPr marL="1371600" algn="ctr" rtl="0" fontAlgn="base">
      <a:spcBef>
        <a:spcPct val="0"/>
      </a:spcBef>
      <a:spcAft>
        <a:spcPct val="0"/>
      </a:spcAft>
      <a:defRPr sz="5600" kern="1200">
        <a:solidFill>
          <a:srgbClr val="000000"/>
        </a:solidFill>
        <a:latin typeface="Gill Sans" charset="0"/>
        <a:ea typeface="Heiti SC Light" charset="0"/>
        <a:cs typeface="Heiti SC Light" charset="0"/>
        <a:sym typeface="Gill Sans" charset="0"/>
      </a:defRPr>
    </a:lvl4pPr>
    <a:lvl5pPr marL="1828800" algn="ctr" rtl="0" fontAlgn="base">
      <a:spcBef>
        <a:spcPct val="0"/>
      </a:spcBef>
      <a:spcAft>
        <a:spcPct val="0"/>
      </a:spcAft>
      <a:defRPr sz="5600" kern="1200">
        <a:solidFill>
          <a:srgbClr val="000000"/>
        </a:solidFill>
        <a:latin typeface="Gill Sans" charset="0"/>
        <a:ea typeface="Heiti SC Light" charset="0"/>
        <a:cs typeface="Heiti SC Light" charset="0"/>
        <a:sym typeface="Gill Sans" charset="0"/>
      </a:defRPr>
    </a:lvl5pPr>
    <a:lvl6pPr marL="2286000" algn="l" defTabSz="457200" rtl="0" eaLnBrk="1" latinLnBrk="0" hangingPunct="1">
      <a:defRPr sz="5600" kern="1200">
        <a:solidFill>
          <a:srgbClr val="000000"/>
        </a:solidFill>
        <a:latin typeface="Gill Sans" charset="0"/>
        <a:ea typeface="Heiti SC Light" charset="0"/>
        <a:cs typeface="Heiti SC Light" charset="0"/>
        <a:sym typeface="Gill Sans" charset="0"/>
      </a:defRPr>
    </a:lvl6pPr>
    <a:lvl7pPr marL="2743200" algn="l" defTabSz="457200" rtl="0" eaLnBrk="1" latinLnBrk="0" hangingPunct="1">
      <a:defRPr sz="5600" kern="1200">
        <a:solidFill>
          <a:srgbClr val="000000"/>
        </a:solidFill>
        <a:latin typeface="Gill Sans" charset="0"/>
        <a:ea typeface="Heiti SC Light" charset="0"/>
        <a:cs typeface="Heiti SC Light" charset="0"/>
        <a:sym typeface="Gill Sans" charset="0"/>
      </a:defRPr>
    </a:lvl7pPr>
    <a:lvl8pPr marL="3200400" algn="l" defTabSz="457200" rtl="0" eaLnBrk="1" latinLnBrk="0" hangingPunct="1">
      <a:defRPr sz="5600" kern="1200">
        <a:solidFill>
          <a:srgbClr val="000000"/>
        </a:solidFill>
        <a:latin typeface="Gill Sans" charset="0"/>
        <a:ea typeface="Heiti SC Light" charset="0"/>
        <a:cs typeface="Heiti SC Light" charset="0"/>
        <a:sym typeface="Gill Sans" charset="0"/>
      </a:defRPr>
    </a:lvl8pPr>
    <a:lvl9pPr marL="3657600" algn="l" defTabSz="457200" rtl="0" eaLnBrk="1" latinLnBrk="0" hangingPunct="1">
      <a:defRPr sz="5600" kern="1200">
        <a:solidFill>
          <a:srgbClr val="000000"/>
        </a:solidFill>
        <a:latin typeface="Gill Sans" charset="0"/>
        <a:ea typeface="Heiti SC Light" charset="0"/>
        <a:cs typeface="Heiti SC Light" charset="0"/>
        <a:sym typeface="Gill Sans" charset="0"/>
      </a:defRPr>
    </a:lvl9pPr>
  </p:defaultTextStyle>
  <p:extLst>
    <p:ext uri="{521415D9-36F7-43E2-AB2F-B90AF26B5E84}">
      <p14:sectionLst xmlns:p14="http://schemas.microsoft.com/office/powerpoint/2010/main">
        <p14:section name="Тема 1. История, назначение, функции и виды операционных систем" id="{5308E014-2EEF-4734-9F47-C94209DE235F}">
          <p14:sldIdLst>
            <p14:sldId id="300"/>
            <p14:sldId id="344"/>
            <p14:sldId id="346"/>
            <p14:sldId id="347"/>
            <p14:sldId id="348"/>
            <p14:sldId id="349"/>
            <p14:sldId id="350"/>
            <p14:sldId id="351"/>
            <p14:sldId id="352"/>
            <p14:sldId id="353"/>
            <p14:sldId id="354"/>
            <p14:sldId id="356"/>
            <p14:sldId id="357"/>
            <p14:sldId id="358"/>
            <p14:sldId id="359"/>
            <p14:sldId id="360"/>
            <p14:sldId id="361"/>
            <p14:sldId id="362"/>
            <p14:sldId id="363"/>
            <p14:sldId id="364"/>
            <p14:sldId id="365"/>
            <p14:sldId id="366"/>
            <p14:sldId id="367"/>
            <p14:sldId id="368"/>
          </p14:sldIdLst>
        </p14:section>
        <p14:section name="Тема 2.1. Структура операционных систем. Виды ядра операционных систем" id="{3149C61D-B157-4DEE-A48A-49B2D7706CEF}">
          <p14:sldIdLst>
            <p14:sldId id="343"/>
            <p14:sldId id="342"/>
            <p14:sldId id="369"/>
            <p14:sldId id="370"/>
            <p14:sldId id="371"/>
            <p14:sldId id="372"/>
            <p14:sldId id="373"/>
            <p14:sldId id="374"/>
            <p14:sldId id="375"/>
            <p14:sldId id="376"/>
            <p14:sldId id="377"/>
            <p14:sldId id="378"/>
            <p14:sldId id="379"/>
            <p14:sldId id="380"/>
            <p14:sldId id="381"/>
            <p14:sldId id="382"/>
            <p14:sldId id="383"/>
            <p14:sldId id="384"/>
            <p14:sldId id="385"/>
            <p14:sldId id="386"/>
          </p14:sldIdLst>
        </p14:section>
        <p14:section name="Тема 2.2. Микроядерная архитектура (модель клиент-сервер)" id="{A3F45721-DA90-406D-B51B-F2F7DE75BE11}">
          <p14:sldIdLst>
            <p14:sldId id="387"/>
            <p14:sldId id="388"/>
            <p14:sldId id="389"/>
            <p14:sldId id="390"/>
            <p14:sldId id="391"/>
            <p14:sldId id="392"/>
            <p14:sldId id="395"/>
            <p14:sldId id="396"/>
            <p14:sldId id="397"/>
            <p14:sldId id="398"/>
            <p14:sldId id="399"/>
            <p14:sldId id="400"/>
            <p14:sldId id="401"/>
            <p14:sldId id="402"/>
            <p14:sldId id="403"/>
            <p14:sldId id="404"/>
            <p14:sldId id="405"/>
            <p14:sldId id="406"/>
          </p14:sldIdLst>
        </p14:section>
        <p14:section name="Тема 3.1. Модель процесса. Создание процесса. Завершение процесса. Иерархия процесса. Состояние процесса. Реализация процесса" id="{DA3869FB-493F-40C5-9F8B-2A195C368FCE}">
          <p14:sldIdLst>
            <p14:sldId id="393"/>
            <p14:sldId id="394"/>
          </p14:sldIdLst>
        </p14:section>
        <p14:section name="Тема 3.2. Применение потоков. Классификация потоков. Реализация потоков" id="{994CF5F3-48AA-4489-AF64-CCEFB61FC420}">
          <p14:sldIdLst/>
        </p14:section>
        <p14:section name="Тема 4.1. Взаимодействие и планирование процессов" id="{549ABE18-4D40-4231-BC53-3A5DCE2577BC}">
          <p14:sldIdLst/>
        </p14:section>
        <p14:section name="Тема 5.1. Абстракция памяти" id="{6F9D0F9B-479D-4790-BF33-C47D6392989E}">
          <p14:sldIdLst/>
        </p14:section>
        <p14:section name="Тема 5.2. Виртуальная память" id="{A67B68E1-9C3E-4FD4-83EA-6906065A2066}">
          <p14:sldIdLst/>
        </p14:section>
        <p14:section name="Тема 5.3. Разработка, реализация и сегментация страничной реализации памяти" id="{FA707E2B-E50D-4D1B-B3CB-62F81611E3AF}">
          <p14:sldIdLst/>
        </p14:section>
        <p14:section name="Тема 6.1. Файловая система и ввод и вывод информации" id="{7DF40E22-B28A-404B-89A6-C3220E2EC388}">
          <p14:sldIdLst/>
        </p14:section>
        <p14:section name="Тема 7.1. Управление безопасностью" id="{741B178A-3F48-4D8A-BBE8-6D376632A002}">
          <p14:sldIdLst/>
        </p14:section>
        <p14:section name="Тема 7.2. Планирование и установка операционной системы" id="{BA159CDF-0B70-4BA4-B8DF-A6C4319912F6}">
          <p14:sldIdLst/>
        </p14:section>
      </p14:sectionLst>
    </p:ex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B29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Средний стиль 3 — акцент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145" autoAdjust="0"/>
    <p:restoredTop sz="94660"/>
  </p:normalViewPr>
  <p:slideViewPr>
    <p:cSldViewPr>
      <p:cViewPr varScale="1">
        <p:scale>
          <a:sx n="78" d="100"/>
          <a:sy n="78" d="100"/>
        </p:scale>
        <p:origin x="1236" y="114"/>
      </p:cViewPr>
      <p:guideLst>
        <p:guide orient="horz" pos="4320"/>
        <p:guide pos="76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iasidikov@dnevnik.ru" userId="5f36fc7e-1888-440f-a8f8-2af595699a1a" providerId="ADAL" clId="{24FEEEC9-E2BF-4308-92D4-EE89CB26DD05}"/>
    <pc:docChg chg="undo custSel addSld delSld modSld delSection modSection">
      <pc:chgData name="iliasidikov@dnevnik.ru" userId="5f36fc7e-1888-440f-a8f8-2af595699a1a" providerId="ADAL" clId="{24FEEEC9-E2BF-4308-92D4-EE89CB26DD05}" dt="2022-09-11T10:35:31.104" v="580" actId="20577"/>
      <pc:docMkLst>
        <pc:docMk/>
      </pc:docMkLst>
      <pc:sldChg chg="modSp mod">
        <pc:chgData name="iliasidikov@dnevnik.ru" userId="5f36fc7e-1888-440f-a8f8-2af595699a1a" providerId="ADAL" clId="{24FEEEC9-E2BF-4308-92D4-EE89CB26DD05}" dt="2022-09-11T10:35:31.104" v="580" actId="20577"/>
        <pc:sldMkLst>
          <pc:docMk/>
          <pc:sldMk cId="4230193343" sldId="300"/>
        </pc:sldMkLst>
        <pc:spChg chg="mod">
          <ac:chgData name="iliasidikov@dnevnik.ru" userId="5f36fc7e-1888-440f-a8f8-2af595699a1a" providerId="ADAL" clId="{24FEEEC9-E2BF-4308-92D4-EE89CB26DD05}" dt="2022-09-11T10:35:31.104" v="580" actId="20577"/>
          <ac:spMkLst>
            <pc:docMk/>
            <pc:sldMk cId="4230193343" sldId="300"/>
            <ac:spMk id="8194" creationId="{00000000-0000-0000-0000-000000000000}"/>
          </ac:spMkLst>
        </pc:spChg>
        <pc:spChg chg="mod">
          <ac:chgData name="iliasidikov@dnevnik.ru" userId="5f36fc7e-1888-440f-a8f8-2af595699a1a" providerId="ADAL" clId="{24FEEEC9-E2BF-4308-92D4-EE89CB26DD05}" dt="2022-09-02T11:09:12.621" v="1" actId="20577"/>
          <ac:spMkLst>
            <pc:docMk/>
            <pc:sldMk cId="4230193343" sldId="300"/>
            <ac:spMk id="8195" creationId="{00000000-0000-0000-0000-000000000000}"/>
          </ac:spMkLst>
        </pc:spChg>
      </pc:sldChg>
      <pc:sldChg chg="modSp mod">
        <pc:chgData name="iliasidikov@dnevnik.ru" userId="5f36fc7e-1888-440f-a8f8-2af595699a1a" providerId="ADAL" clId="{24FEEEC9-E2BF-4308-92D4-EE89CB26DD05}" dt="2022-09-02T13:30:43.915" v="38" actId="207"/>
        <pc:sldMkLst>
          <pc:docMk/>
          <pc:sldMk cId="174586791" sldId="301"/>
        </pc:sldMkLst>
        <pc:spChg chg="mod">
          <ac:chgData name="iliasidikov@dnevnik.ru" userId="5f36fc7e-1888-440f-a8f8-2af595699a1a" providerId="ADAL" clId="{24FEEEC9-E2BF-4308-92D4-EE89CB26DD05}" dt="2022-09-02T13:30:43.915" v="38" actId="207"/>
          <ac:spMkLst>
            <pc:docMk/>
            <pc:sldMk cId="174586791" sldId="301"/>
            <ac:spMk id="26643" creationId="{00000000-0000-0000-0000-000000000000}"/>
          </ac:spMkLst>
        </pc:spChg>
        <pc:spChg chg="mod">
          <ac:chgData name="iliasidikov@dnevnik.ru" userId="5f36fc7e-1888-440f-a8f8-2af595699a1a" providerId="ADAL" clId="{24FEEEC9-E2BF-4308-92D4-EE89CB26DD05}" dt="2022-09-02T13:29:27.691" v="19"/>
          <ac:spMkLst>
            <pc:docMk/>
            <pc:sldMk cId="174586791" sldId="301"/>
            <ac:spMk id="26644" creationId="{00000000-0000-0000-0000-000000000000}"/>
          </ac:spMkLst>
        </pc:spChg>
      </pc:sldChg>
      <pc:sldChg chg="addSp delSp modSp add mod">
        <pc:chgData name="iliasidikov@dnevnik.ru" userId="5f36fc7e-1888-440f-a8f8-2af595699a1a" providerId="ADAL" clId="{24FEEEC9-E2BF-4308-92D4-EE89CB26DD05}" dt="2022-09-02T13:33:27.804" v="53" actId="12"/>
        <pc:sldMkLst>
          <pc:docMk/>
          <pc:sldMk cId="1468545752" sldId="302"/>
        </pc:sldMkLst>
        <pc:spChg chg="mod">
          <ac:chgData name="iliasidikov@dnevnik.ru" userId="5f36fc7e-1888-440f-a8f8-2af595699a1a" providerId="ADAL" clId="{24FEEEC9-E2BF-4308-92D4-EE89CB26DD05}" dt="2022-09-02T13:33:27.804" v="53" actId="12"/>
          <ac:spMkLst>
            <pc:docMk/>
            <pc:sldMk cId="1468545752" sldId="302"/>
            <ac:spMk id="26643" creationId="{00000000-0000-0000-0000-000000000000}"/>
          </ac:spMkLst>
        </pc:spChg>
        <pc:spChg chg="add del mod">
          <ac:chgData name="iliasidikov@dnevnik.ru" userId="5f36fc7e-1888-440f-a8f8-2af595699a1a" providerId="ADAL" clId="{24FEEEC9-E2BF-4308-92D4-EE89CB26DD05}" dt="2022-09-02T13:30:55.612" v="43" actId="20577"/>
          <ac:spMkLst>
            <pc:docMk/>
            <pc:sldMk cId="1468545752" sldId="302"/>
            <ac:spMk id="26648" creationId="{00000000-0000-0000-0000-000000000000}"/>
          </ac:spMkLst>
        </pc:spChg>
      </pc:sldChg>
      <pc:sldChg chg="del">
        <pc:chgData name="iliasidikov@dnevnik.ru" userId="5f36fc7e-1888-440f-a8f8-2af595699a1a" providerId="ADAL" clId="{24FEEEC9-E2BF-4308-92D4-EE89CB26DD05}" dt="2022-09-02T13:30:01.122" v="25" actId="47"/>
        <pc:sldMkLst>
          <pc:docMk/>
          <pc:sldMk cId="3661284956" sldId="302"/>
        </pc:sldMkLst>
      </pc:sldChg>
      <pc:sldChg chg="addSp modSp add mod">
        <pc:chgData name="iliasidikov@dnevnik.ru" userId="5f36fc7e-1888-440f-a8f8-2af595699a1a" providerId="ADAL" clId="{24FEEEC9-E2BF-4308-92D4-EE89CB26DD05}" dt="2022-09-02T13:35:08.534" v="96" actId="20577"/>
        <pc:sldMkLst>
          <pc:docMk/>
          <pc:sldMk cId="1360912354" sldId="303"/>
        </pc:sldMkLst>
        <pc:spChg chg="mod">
          <ac:chgData name="iliasidikov@dnevnik.ru" userId="5f36fc7e-1888-440f-a8f8-2af595699a1a" providerId="ADAL" clId="{24FEEEC9-E2BF-4308-92D4-EE89CB26DD05}" dt="2022-09-02T13:34:51.453" v="90" actId="20577"/>
          <ac:spMkLst>
            <pc:docMk/>
            <pc:sldMk cId="1360912354" sldId="303"/>
            <ac:spMk id="26643" creationId="{00000000-0000-0000-0000-000000000000}"/>
          </ac:spMkLst>
        </pc:spChg>
        <pc:spChg chg="mod">
          <ac:chgData name="iliasidikov@dnevnik.ru" userId="5f36fc7e-1888-440f-a8f8-2af595699a1a" providerId="ADAL" clId="{24FEEEC9-E2BF-4308-92D4-EE89CB26DD05}" dt="2022-09-02T13:35:08.534" v="96" actId="20577"/>
          <ac:spMkLst>
            <pc:docMk/>
            <pc:sldMk cId="1360912354" sldId="303"/>
            <ac:spMk id="26648" creationId="{00000000-0000-0000-0000-000000000000}"/>
          </ac:spMkLst>
        </pc:spChg>
        <pc:picChg chg="add mod">
          <ac:chgData name="iliasidikov@dnevnik.ru" userId="5f36fc7e-1888-440f-a8f8-2af595699a1a" providerId="ADAL" clId="{24FEEEC9-E2BF-4308-92D4-EE89CB26DD05}" dt="2022-09-02T13:34:59.618" v="93" actId="1076"/>
          <ac:picMkLst>
            <pc:docMk/>
            <pc:sldMk cId="1360912354" sldId="303"/>
            <ac:picMk id="3" creationId="{97978BC6-ED3A-22C7-586F-462E68E46951}"/>
          </ac:picMkLst>
        </pc:picChg>
      </pc:sldChg>
      <pc:sldChg chg="del">
        <pc:chgData name="iliasidikov@dnevnik.ru" userId="5f36fc7e-1888-440f-a8f8-2af595699a1a" providerId="ADAL" clId="{24FEEEC9-E2BF-4308-92D4-EE89CB26DD05}" dt="2022-09-02T13:29:32.296" v="20" actId="47"/>
        <pc:sldMkLst>
          <pc:docMk/>
          <pc:sldMk cId="3505804429" sldId="303"/>
        </pc:sldMkLst>
      </pc:sldChg>
      <pc:sldChg chg="del">
        <pc:chgData name="iliasidikov@dnevnik.ru" userId="5f36fc7e-1888-440f-a8f8-2af595699a1a" providerId="ADAL" clId="{24FEEEC9-E2BF-4308-92D4-EE89CB26DD05}" dt="2022-09-02T13:30:01.122" v="25" actId="47"/>
        <pc:sldMkLst>
          <pc:docMk/>
          <pc:sldMk cId="629179179" sldId="304"/>
        </pc:sldMkLst>
      </pc:sldChg>
      <pc:sldChg chg="addSp delSp modSp add del mod setBg">
        <pc:chgData name="iliasidikov@dnevnik.ru" userId="5f36fc7e-1888-440f-a8f8-2af595699a1a" providerId="ADAL" clId="{24FEEEC9-E2BF-4308-92D4-EE89CB26DD05}" dt="2022-09-02T13:38:59.805" v="165" actId="47"/>
        <pc:sldMkLst>
          <pc:docMk/>
          <pc:sldMk cId="1939369958" sldId="304"/>
        </pc:sldMkLst>
        <pc:spChg chg="mod">
          <ac:chgData name="iliasidikov@dnevnik.ru" userId="5f36fc7e-1888-440f-a8f8-2af595699a1a" providerId="ADAL" clId="{24FEEEC9-E2BF-4308-92D4-EE89CB26DD05}" dt="2022-09-02T13:36:27.461" v="128" actId="12"/>
          <ac:spMkLst>
            <pc:docMk/>
            <pc:sldMk cId="1939369958" sldId="304"/>
            <ac:spMk id="26643" creationId="{00000000-0000-0000-0000-000000000000}"/>
          </ac:spMkLst>
        </pc:spChg>
        <pc:spChg chg="mod">
          <ac:chgData name="iliasidikov@dnevnik.ru" userId="5f36fc7e-1888-440f-a8f8-2af595699a1a" providerId="ADAL" clId="{24FEEEC9-E2BF-4308-92D4-EE89CB26DD05}" dt="2022-09-02T13:36:00.092" v="111" actId="207"/>
          <ac:spMkLst>
            <pc:docMk/>
            <pc:sldMk cId="1939369958" sldId="304"/>
            <ac:spMk id="26644" creationId="{00000000-0000-0000-0000-000000000000}"/>
          </ac:spMkLst>
        </pc:spChg>
        <pc:spChg chg="add del mod">
          <ac:chgData name="iliasidikov@dnevnik.ru" userId="5f36fc7e-1888-440f-a8f8-2af595699a1a" providerId="ADAL" clId="{24FEEEC9-E2BF-4308-92D4-EE89CB26DD05}" dt="2022-09-02T13:35:32.674" v="106" actId="20577"/>
          <ac:spMkLst>
            <pc:docMk/>
            <pc:sldMk cId="1939369958" sldId="304"/>
            <ac:spMk id="26648" creationId="{00000000-0000-0000-0000-000000000000}"/>
          </ac:spMkLst>
        </pc:spChg>
      </pc:sldChg>
      <pc:sldChg chg="add del setBg">
        <pc:chgData name="iliasidikov@dnevnik.ru" userId="5f36fc7e-1888-440f-a8f8-2af595699a1a" providerId="ADAL" clId="{24FEEEC9-E2BF-4308-92D4-EE89CB26DD05}" dt="2022-09-02T13:35:40.050" v="109" actId="47"/>
        <pc:sldMkLst>
          <pc:docMk/>
          <pc:sldMk cId="692838083" sldId="305"/>
        </pc:sldMkLst>
      </pc:sldChg>
      <pc:sldChg chg="del">
        <pc:chgData name="iliasidikov@dnevnik.ru" userId="5f36fc7e-1888-440f-a8f8-2af595699a1a" providerId="ADAL" clId="{24FEEEC9-E2BF-4308-92D4-EE89CB26DD05}" dt="2022-09-02T13:30:01.122" v="25" actId="47"/>
        <pc:sldMkLst>
          <pc:docMk/>
          <pc:sldMk cId="1615368400" sldId="305"/>
        </pc:sldMkLst>
      </pc:sldChg>
      <pc:sldChg chg="modSp add mod">
        <pc:chgData name="iliasidikov@dnevnik.ru" userId="5f36fc7e-1888-440f-a8f8-2af595699a1a" providerId="ADAL" clId="{24FEEEC9-E2BF-4308-92D4-EE89CB26DD05}" dt="2022-09-02T13:43:40.618" v="302" actId="207"/>
        <pc:sldMkLst>
          <pc:docMk/>
          <pc:sldMk cId="3687559911" sldId="305"/>
        </pc:sldMkLst>
        <pc:spChg chg="mod">
          <ac:chgData name="iliasidikov@dnevnik.ru" userId="5f36fc7e-1888-440f-a8f8-2af595699a1a" providerId="ADAL" clId="{24FEEEC9-E2BF-4308-92D4-EE89CB26DD05}" dt="2022-09-02T13:43:40.618" v="302" actId="207"/>
          <ac:spMkLst>
            <pc:docMk/>
            <pc:sldMk cId="3687559911" sldId="305"/>
            <ac:spMk id="26643" creationId="{00000000-0000-0000-0000-000000000000}"/>
          </ac:spMkLst>
        </pc:spChg>
      </pc:sldChg>
      <pc:sldChg chg="modSp add mod">
        <pc:chgData name="iliasidikov@dnevnik.ru" userId="5f36fc7e-1888-440f-a8f8-2af595699a1a" providerId="ADAL" clId="{24FEEEC9-E2BF-4308-92D4-EE89CB26DD05}" dt="2022-09-02T13:43:30.640" v="299" actId="207"/>
        <pc:sldMkLst>
          <pc:docMk/>
          <pc:sldMk cId="1294675438" sldId="306"/>
        </pc:sldMkLst>
        <pc:spChg chg="mod">
          <ac:chgData name="iliasidikov@dnevnik.ru" userId="5f36fc7e-1888-440f-a8f8-2af595699a1a" providerId="ADAL" clId="{24FEEEC9-E2BF-4308-92D4-EE89CB26DD05}" dt="2022-09-02T13:43:30.640" v="299" actId="207"/>
          <ac:spMkLst>
            <pc:docMk/>
            <pc:sldMk cId="1294675438" sldId="306"/>
            <ac:spMk id="26643" creationId="{00000000-0000-0000-0000-000000000000}"/>
          </ac:spMkLst>
        </pc:spChg>
      </pc:sldChg>
      <pc:sldChg chg="add del">
        <pc:chgData name="iliasidikov@dnevnik.ru" userId="5f36fc7e-1888-440f-a8f8-2af595699a1a" providerId="ADAL" clId="{24FEEEC9-E2BF-4308-92D4-EE89CB26DD05}" dt="2022-09-02T13:36:36.792" v="129" actId="47"/>
        <pc:sldMkLst>
          <pc:docMk/>
          <pc:sldMk cId="2274554068" sldId="306"/>
        </pc:sldMkLst>
      </pc:sldChg>
      <pc:sldChg chg="del">
        <pc:chgData name="iliasidikov@dnevnik.ru" userId="5f36fc7e-1888-440f-a8f8-2af595699a1a" providerId="ADAL" clId="{24FEEEC9-E2BF-4308-92D4-EE89CB26DD05}" dt="2022-09-02T13:30:01.122" v="25" actId="47"/>
        <pc:sldMkLst>
          <pc:docMk/>
          <pc:sldMk cId="3068100524" sldId="306"/>
        </pc:sldMkLst>
      </pc:sldChg>
      <pc:sldChg chg="modSp add mod">
        <pc:chgData name="iliasidikov@dnevnik.ru" userId="5f36fc7e-1888-440f-a8f8-2af595699a1a" providerId="ADAL" clId="{24FEEEC9-E2BF-4308-92D4-EE89CB26DD05}" dt="2022-09-02T13:46:02.766" v="329" actId="20577"/>
        <pc:sldMkLst>
          <pc:docMk/>
          <pc:sldMk cId="3629832539" sldId="307"/>
        </pc:sldMkLst>
        <pc:spChg chg="mod">
          <ac:chgData name="iliasidikov@dnevnik.ru" userId="5f36fc7e-1888-440f-a8f8-2af595699a1a" providerId="ADAL" clId="{24FEEEC9-E2BF-4308-92D4-EE89CB26DD05}" dt="2022-09-02T13:46:02.766" v="329" actId="20577"/>
          <ac:spMkLst>
            <pc:docMk/>
            <pc:sldMk cId="3629832539" sldId="307"/>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3874245792" sldId="307"/>
        </pc:sldMkLst>
      </pc:sldChg>
      <pc:sldChg chg="modSp add mod">
        <pc:chgData name="iliasidikov@dnevnik.ru" userId="5f36fc7e-1888-440f-a8f8-2af595699a1a" providerId="ADAL" clId="{24FEEEC9-E2BF-4308-92D4-EE89CB26DD05}" dt="2022-09-02T13:53:35.868" v="420" actId="20577"/>
        <pc:sldMkLst>
          <pc:docMk/>
          <pc:sldMk cId="3829520407" sldId="308"/>
        </pc:sldMkLst>
        <pc:spChg chg="mod">
          <ac:chgData name="iliasidikov@dnevnik.ru" userId="5f36fc7e-1888-440f-a8f8-2af595699a1a" providerId="ADAL" clId="{24FEEEC9-E2BF-4308-92D4-EE89CB26DD05}" dt="2022-09-02T13:47:38.447" v="377" actId="207"/>
          <ac:spMkLst>
            <pc:docMk/>
            <pc:sldMk cId="3829520407" sldId="308"/>
            <ac:spMk id="26643" creationId="{00000000-0000-0000-0000-000000000000}"/>
          </ac:spMkLst>
        </pc:spChg>
        <pc:spChg chg="mod">
          <ac:chgData name="iliasidikov@dnevnik.ru" userId="5f36fc7e-1888-440f-a8f8-2af595699a1a" providerId="ADAL" clId="{24FEEEC9-E2BF-4308-92D4-EE89CB26DD05}" dt="2022-09-02T13:53:35.868" v="420" actId="20577"/>
          <ac:spMkLst>
            <pc:docMk/>
            <pc:sldMk cId="3829520407" sldId="308"/>
            <ac:spMk id="26644" creationId="{00000000-0000-0000-0000-000000000000}"/>
          </ac:spMkLst>
        </pc:spChg>
      </pc:sldChg>
      <pc:sldChg chg="del">
        <pc:chgData name="iliasidikov@dnevnik.ru" userId="5f36fc7e-1888-440f-a8f8-2af595699a1a" providerId="ADAL" clId="{24FEEEC9-E2BF-4308-92D4-EE89CB26DD05}" dt="2022-09-02T13:29:35.438" v="21" actId="47"/>
        <pc:sldMkLst>
          <pc:docMk/>
          <pc:sldMk cId="4176290813" sldId="308"/>
        </pc:sldMkLst>
      </pc:sldChg>
      <pc:sldChg chg="del">
        <pc:chgData name="iliasidikov@dnevnik.ru" userId="5f36fc7e-1888-440f-a8f8-2af595699a1a" providerId="ADAL" clId="{24FEEEC9-E2BF-4308-92D4-EE89CB26DD05}" dt="2022-09-02T13:30:01.122" v="25" actId="47"/>
        <pc:sldMkLst>
          <pc:docMk/>
          <pc:sldMk cId="3185595953" sldId="309"/>
        </pc:sldMkLst>
      </pc:sldChg>
      <pc:sldChg chg="modSp add mod">
        <pc:chgData name="iliasidikov@dnevnik.ru" userId="5f36fc7e-1888-440f-a8f8-2af595699a1a" providerId="ADAL" clId="{24FEEEC9-E2BF-4308-92D4-EE89CB26DD05}" dt="2022-09-02T13:54:20.434" v="431" actId="207"/>
        <pc:sldMkLst>
          <pc:docMk/>
          <pc:sldMk cId="3250922761" sldId="309"/>
        </pc:sldMkLst>
        <pc:spChg chg="mod">
          <ac:chgData name="iliasidikov@dnevnik.ru" userId="5f36fc7e-1888-440f-a8f8-2af595699a1a" providerId="ADAL" clId="{24FEEEC9-E2BF-4308-92D4-EE89CB26DD05}" dt="2022-09-02T13:54:20.434" v="431" actId="207"/>
          <ac:spMkLst>
            <pc:docMk/>
            <pc:sldMk cId="3250922761" sldId="309"/>
            <ac:spMk id="26643" creationId="{00000000-0000-0000-0000-000000000000}"/>
          </ac:spMkLst>
        </pc:spChg>
        <pc:spChg chg="mod">
          <ac:chgData name="iliasidikov@dnevnik.ru" userId="5f36fc7e-1888-440f-a8f8-2af595699a1a" providerId="ADAL" clId="{24FEEEC9-E2BF-4308-92D4-EE89CB26DD05}" dt="2022-09-02T13:53:39.369" v="422" actId="1076"/>
          <ac:spMkLst>
            <pc:docMk/>
            <pc:sldMk cId="3250922761" sldId="309"/>
            <ac:spMk id="26644" creationId="{00000000-0000-0000-0000-000000000000}"/>
          </ac:spMkLst>
        </pc:spChg>
      </pc:sldChg>
      <pc:sldChg chg="modSp add mod">
        <pc:chgData name="iliasidikov@dnevnik.ru" userId="5f36fc7e-1888-440f-a8f8-2af595699a1a" providerId="ADAL" clId="{24FEEEC9-E2BF-4308-92D4-EE89CB26DD05}" dt="2022-09-02T14:26:59.237" v="442" actId="207"/>
        <pc:sldMkLst>
          <pc:docMk/>
          <pc:sldMk cId="1138890041" sldId="310"/>
        </pc:sldMkLst>
        <pc:spChg chg="mod">
          <ac:chgData name="iliasidikov@dnevnik.ru" userId="5f36fc7e-1888-440f-a8f8-2af595699a1a" providerId="ADAL" clId="{24FEEEC9-E2BF-4308-92D4-EE89CB26DD05}" dt="2022-09-02T14:26:59.237" v="442" actId="207"/>
          <ac:spMkLst>
            <pc:docMk/>
            <pc:sldMk cId="1138890041" sldId="310"/>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2711355579" sldId="310"/>
        </pc:sldMkLst>
      </pc:sldChg>
      <pc:sldChg chg="modSp add del mod">
        <pc:chgData name="iliasidikov@dnevnik.ru" userId="5f36fc7e-1888-440f-a8f8-2af595699a1a" providerId="ADAL" clId="{24FEEEC9-E2BF-4308-92D4-EE89CB26DD05}" dt="2022-09-02T13:54:40.317" v="432" actId="47"/>
        <pc:sldMkLst>
          <pc:docMk/>
          <pc:sldMk cId="2777896609" sldId="310"/>
        </pc:sldMkLst>
        <pc:spChg chg="mod">
          <ac:chgData name="iliasidikov@dnevnik.ru" userId="5f36fc7e-1888-440f-a8f8-2af595699a1a" providerId="ADAL" clId="{24FEEEC9-E2BF-4308-92D4-EE89CB26DD05}" dt="2022-09-02T13:53:13.329" v="414"/>
          <ac:spMkLst>
            <pc:docMk/>
            <pc:sldMk cId="2777896609" sldId="310"/>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2151340015" sldId="311"/>
        </pc:sldMkLst>
      </pc:sldChg>
      <pc:sldChg chg="addSp delSp modSp add mod">
        <pc:chgData name="iliasidikov@dnevnik.ru" userId="5f36fc7e-1888-440f-a8f8-2af595699a1a" providerId="ADAL" clId="{24FEEEC9-E2BF-4308-92D4-EE89CB26DD05}" dt="2022-09-02T14:30:11.335" v="481" actId="22"/>
        <pc:sldMkLst>
          <pc:docMk/>
          <pc:sldMk cId="3518155362" sldId="311"/>
        </pc:sldMkLst>
        <pc:spChg chg="add del">
          <ac:chgData name="iliasidikov@dnevnik.ru" userId="5f36fc7e-1888-440f-a8f8-2af595699a1a" providerId="ADAL" clId="{24FEEEC9-E2BF-4308-92D4-EE89CB26DD05}" dt="2022-09-02T14:30:11.335" v="481" actId="22"/>
          <ac:spMkLst>
            <pc:docMk/>
            <pc:sldMk cId="3518155362" sldId="311"/>
            <ac:spMk id="3" creationId="{7311A42D-605E-9399-47DE-C44B22EE6E68}"/>
          </ac:spMkLst>
        </pc:spChg>
        <pc:spChg chg="mod">
          <ac:chgData name="iliasidikov@dnevnik.ru" userId="5f36fc7e-1888-440f-a8f8-2af595699a1a" providerId="ADAL" clId="{24FEEEC9-E2BF-4308-92D4-EE89CB26DD05}" dt="2022-09-02T14:30:01.045" v="479" actId="20577"/>
          <ac:spMkLst>
            <pc:docMk/>
            <pc:sldMk cId="3518155362" sldId="311"/>
            <ac:spMk id="26643" creationId="{00000000-0000-0000-0000-000000000000}"/>
          </ac:spMkLst>
        </pc:spChg>
      </pc:sldChg>
      <pc:sldChg chg="modSp add mod">
        <pc:chgData name="iliasidikov@dnevnik.ru" userId="5f36fc7e-1888-440f-a8f8-2af595699a1a" providerId="ADAL" clId="{24FEEEC9-E2BF-4308-92D4-EE89CB26DD05}" dt="2022-09-02T14:30:43.290" v="484" actId="207"/>
        <pc:sldMkLst>
          <pc:docMk/>
          <pc:sldMk cId="332390912" sldId="312"/>
        </pc:sldMkLst>
        <pc:spChg chg="mod">
          <ac:chgData name="iliasidikov@dnevnik.ru" userId="5f36fc7e-1888-440f-a8f8-2af595699a1a" providerId="ADAL" clId="{24FEEEC9-E2BF-4308-92D4-EE89CB26DD05}" dt="2022-09-02T14:30:43.290" v="484" actId="207"/>
          <ac:spMkLst>
            <pc:docMk/>
            <pc:sldMk cId="332390912" sldId="312"/>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1149516652" sldId="312"/>
        </pc:sldMkLst>
      </pc:sldChg>
      <pc:sldChg chg="del">
        <pc:chgData name="iliasidikov@dnevnik.ru" userId="5f36fc7e-1888-440f-a8f8-2af595699a1a" providerId="ADAL" clId="{24FEEEC9-E2BF-4308-92D4-EE89CB26DD05}" dt="2022-09-02T13:30:01.122" v="25" actId="47"/>
        <pc:sldMkLst>
          <pc:docMk/>
          <pc:sldMk cId="725753688" sldId="313"/>
        </pc:sldMkLst>
      </pc:sldChg>
      <pc:sldChg chg="modSp add mod">
        <pc:chgData name="iliasidikov@dnevnik.ru" userId="5f36fc7e-1888-440f-a8f8-2af595699a1a" providerId="ADAL" clId="{24FEEEC9-E2BF-4308-92D4-EE89CB26DD05}" dt="2022-09-02T14:32:15.502" v="495" actId="20577"/>
        <pc:sldMkLst>
          <pc:docMk/>
          <pc:sldMk cId="4174801436" sldId="313"/>
        </pc:sldMkLst>
        <pc:spChg chg="mod">
          <ac:chgData name="iliasidikov@dnevnik.ru" userId="5f36fc7e-1888-440f-a8f8-2af595699a1a" providerId="ADAL" clId="{24FEEEC9-E2BF-4308-92D4-EE89CB26DD05}" dt="2022-09-02T14:32:15.502" v="495" actId="20577"/>
          <ac:spMkLst>
            <pc:docMk/>
            <pc:sldMk cId="4174801436" sldId="313"/>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280212106" sldId="314"/>
        </pc:sldMkLst>
      </pc:sldChg>
      <pc:sldChg chg="modSp add mod">
        <pc:chgData name="iliasidikov@dnevnik.ru" userId="5f36fc7e-1888-440f-a8f8-2af595699a1a" providerId="ADAL" clId="{24FEEEC9-E2BF-4308-92D4-EE89CB26DD05}" dt="2022-09-02T14:43:17.607" v="513" actId="20577"/>
        <pc:sldMkLst>
          <pc:docMk/>
          <pc:sldMk cId="2994550520" sldId="314"/>
        </pc:sldMkLst>
        <pc:spChg chg="mod">
          <ac:chgData name="iliasidikov@dnevnik.ru" userId="5f36fc7e-1888-440f-a8f8-2af595699a1a" providerId="ADAL" clId="{24FEEEC9-E2BF-4308-92D4-EE89CB26DD05}" dt="2022-09-02T14:43:17.607" v="513" actId="20577"/>
          <ac:spMkLst>
            <pc:docMk/>
            <pc:sldMk cId="2994550520" sldId="314"/>
            <ac:spMk id="26643" creationId="{00000000-0000-0000-0000-000000000000}"/>
          </ac:spMkLst>
        </pc:spChg>
        <pc:spChg chg="mod">
          <ac:chgData name="iliasidikov@dnevnik.ru" userId="5f36fc7e-1888-440f-a8f8-2af595699a1a" providerId="ADAL" clId="{24FEEEC9-E2BF-4308-92D4-EE89CB26DD05}" dt="2022-09-02T14:42:52.506" v="508" actId="207"/>
          <ac:spMkLst>
            <pc:docMk/>
            <pc:sldMk cId="2994550520" sldId="314"/>
            <ac:spMk id="26644" creationId="{00000000-0000-0000-0000-000000000000}"/>
          </ac:spMkLst>
        </pc:spChg>
      </pc:sldChg>
      <pc:sldChg chg="modSp add mod">
        <pc:chgData name="iliasidikov@dnevnik.ru" userId="5f36fc7e-1888-440f-a8f8-2af595699a1a" providerId="ADAL" clId="{24FEEEC9-E2BF-4308-92D4-EE89CB26DD05}" dt="2022-09-02T14:44:29.409" v="520" actId="207"/>
        <pc:sldMkLst>
          <pc:docMk/>
          <pc:sldMk cId="1765522259" sldId="315"/>
        </pc:sldMkLst>
        <pc:spChg chg="mod">
          <ac:chgData name="iliasidikov@dnevnik.ru" userId="5f36fc7e-1888-440f-a8f8-2af595699a1a" providerId="ADAL" clId="{24FEEEC9-E2BF-4308-92D4-EE89CB26DD05}" dt="2022-09-02T14:44:29.409" v="520" actId="207"/>
          <ac:spMkLst>
            <pc:docMk/>
            <pc:sldMk cId="1765522259" sldId="315"/>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4210796440" sldId="315"/>
        </pc:sldMkLst>
      </pc:sldChg>
      <pc:sldChg chg="addSp delSp modSp add mod">
        <pc:chgData name="iliasidikov@dnevnik.ru" userId="5f36fc7e-1888-440f-a8f8-2af595699a1a" providerId="ADAL" clId="{24FEEEC9-E2BF-4308-92D4-EE89CB26DD05}" dt="2022-09-02T14:46:34.960" v="537" actId="20577"/>
        <pc:sldMkLst>
          <pc:docMk/>
          <pc:sldMk cId="1866485772" sldId="316"/>
        </pc:sldMkLst>
        <pc:spChg chg="add del">
          <ac:chgData name="iliasidikov@dnevnik.ru" userId="5f36fc7e-1888-440f-a8f8-2af595699a1a" providerId="ADAL" clId="{24FEEEC9-E2BF-4308-92D4-EE89CB26DD05}" dt="2022-09-02T14:45:01.566" v="525" actId="22"/>
          <ac:spMkLst>
            <pc:docMk/>
            <pc:sldMk cId="1866485772" sldId="316"/>
            <ac:spMk id="3" creationId="{89563086-588E-C057-12D1-9D3C92A5EAB4}"/>
          </ac:spMkLst>
        </pc:spChg>
        <pc:spChg chg="mod">
          <ac:chgData name="iliasidikov@dnevnik.ru" userId="5f36fc7e-1888-440f-a8f8-2af595699a1a" providerId="ADAL" clId="{24FEEEC9-E2BF-4308-92D4-EE89CB26DD05}" dt="2022-09-02T14:46:34.960" v="537" actId="20577"/>
          <ac:spMkLst>
            <pc:docMk/>
            <pc:sldMk cId="1866485772" sldId="316"/>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1913395274" sldId="316"/>
        </pc:sldMkLst>
      </pc:sldChg>
      <pc:sldChg chg="del">
        <pc:chgData name="iliasidikov@dnevnik.ru" userId="5f36fc7e-1888-440f-a8f8-2af595699a1a" providerId="ADAL" clId="{24FEEEC9-E2BF-4308-92D4-EE89CB26DD05}" dt="2022-09-02T13:30:01.122" v="25" actId="47"/>
        <pc:sldMkLst>
          <pc:docMk/>
          <pc:sldMk cId="2473446970" sldId="317"/>
        </pc:sldMkLst>
      </pc:sldChg>
      <pc:sldChg chg="modSp add mod">
        <pc:chgData name="iliasidikov@dnevnik.ru" userId="5f36fc7e-1888-440f-a8f8-2af595699a1a" providerId="ADAL" clId="{24FEEEC9-E2BF-4308-92D4-EE89CB26DD05}" dt="2022-09-02T14:46:31.329" v="535" actId="20577"/>
        <pc:sldMkLst>
          <pc:docMk/>
          <pc:sldMk cId="3271332160" sldId="317"/>
        </pc:sldMkLst>
        <pc:spChg chg="mod">
          <ac:chgData name="iliasidikov@dnevnik.ru" userId="5f36fc7e-1888-440f-a8f8-2af595699a1a" providerId="ADAL" clId="{24FEEEC9-E2BF-4308-92D4-EE89CB26DD05}" dt="2022-09-02T14:46:31.329" v="535" actId="20577"/>
          <ac:spMkLst>
            <pc:docMk/>
            <pc:sldMk cId="3271332160" sldId="317"/>
            <ac:spMk id="26643" creationId="{00000000-0000-0000-0000-000000000000}"/>
          </ac:spMkLst>
        </pc:spChg>
      </pc:sldChg>
      <pc:sldChg chg="modSp add mod">
        <pc:chgData name="iliasidikov@dnevnik.ru" userId="5f36fc7e-1888-440f-a8f8-2af595699a1a" providerId="ADAL" clId="{24FEEEC9-E2BF-4308-92D4-EE89CB26DD05}" dt="2022-09-02T14:46:29.275" v="534" actId="20577"/>
        <pc:sldMkLst>
          <pc:docMk/>
          <pc:sldMk cId="1192574306" sldId="318"/>
        </pc:sldMkLst>
        <pc:spChg chg="mod">
          <ac:chgData name="iliasidikov@dnevnik.ru" userId="5f36fc7e-1888-440f-a8f8-2af595699a1a" providerId="ADAL" clId="{24FEEEC9-E2BF-4308-92D4-EE89CB26DD05}" dt="2022-09-02T14:46:29.275" v="534" actId="20577"/>
          <ac:spMkLst>
            <pc:docMk/>
            <pc:sldMk cId="1192574306" sldId="318"/>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2076251642" sldId="318"/>
        </pc:sldMkLst>
      </pc:sldChg>
      <pc:sldChg chg="modSp add mod">
        <pc:chgData name="iliasidikov@dnevnik.ru" userId="5f36fc7e-1888-440f-a8f8-2af595699a1a" providerId="ADAL" clId="{24FEEEC9-E2BF-4308-92D4-EE89CB26DD05}" dt="2022-09-02T14:47:50.640" v="549" actId="207"/>
        <pc:sldMkLst>
          <pc:docMk/>
          <pc:sldMk cId="2016591500" sldId="319"/>
        </pc:sldMkLst>
        <pc:spChg chg="mod">
          <ac:chgData name="iliasidikov@dnevnik.ru" userId="5f36fc7e-1888-440f-a8f8-2af595699a1a" providerId="ADAL" clId="{24FEEEC9-E2BF-4308-92D4-EE89CB26DD05}" dt="2022-09-02T14:47:50.640" v="549" actId="207"/>
          <ac:spMkLst>
            <pc:docMk/>
            <pc:sldMk cId="2016591500" sldId="319"/>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3922300915" sldId="319"/>
        </pc:sldMkLst>
      </pc:sldChg>
      <pc:sldChg chg="modSp add mod">
        <pc:chgData name="iliasidikov@dnevnik.ru" userId="5f36fc7e-1888-440f-a8f8-2af595699a1a" providerId="ADAL" clId="{24FEEEC9-E2BF-4308-92D4-EE89CB26DD05}" dt="2022-09-02T14:47:55.910" v="550" actId="207"/>
        <pc:sldMkLst>
          <pc:docMk/>
          <pc:sldMk cId="1491722737" sldId="320"/>
        </pc:sldMkLst>
        <pc:spChg chg="mod">
          <ac:chgData name="iliasidikov@dnevnik.ru" userId="5f36fc7e-1888-440f-a8f8-2af595699a1a" providerId="ADAL" clId="{24FEEEC9-E2BF-4308-92D4-EE89CB26DD05}" dt="2022-09-02T14:47:55.910" v="550" actId="207"/>
          <ac:spMkLst>
            <pc:docMk/>
            <pc:sldMk cId="1491722737" sldId="320"/>
            <ac:spMk id="26643" creationId="{00000000-0000-0000-0000-000000000000}"/>
          </ac:spMkLst>
        </pc:spChg>
      </pc:sldChg>
      <pc:sldChg chg="del">
        <pc:chgData name="iliasidikov@dnevnik.ru" userId="5f36fc7e-1888-440f-a8f8-2af595699a1a" providerId="ADAL" clId="{24FEEEC9-E2BF-4308-92D4-EE89CB26DD05}" dt="2022-09-02T13:30:01.122" v="25" actId="47"/>
        <pc:sldMkLst>
          <pc:docMk/>
          <pc:sldMk cId="2053881842" sldId="320"/>
        </pc:sldMkLst>
      </pc:sldChg>
      <pc:sldChg chg="del">
        <pc:chgData name="iliasidikov@dnevnik.ru" userId="5f36fc7e-1888-440f-a8f8-2af595699a1a" providerId="ADAL" clId="{24FEEEC9-E2BF-4308-92D4-EE89CB26DD05}" dt="2022-09-02T13:30:01.122" v="25" actId="47"/>
        <pc:sldMkLst>
          <pc:docMk/>
          <pc:sldMk cId="2587545850" sldId="321"/>
        </pc:sldMkLst>
      </pc:sldChg>
      <pc:sldChg chg="del">
        <pc:chgData name="iliasidikov@dnevnik.ru" userId="5f36fc7e-1888-440f-a8f8-2af595699a1a" providerId="ADAL" clId="{24FEEEC9-E2BF-4308-92D4-EE89CB26DD05}" dt="2022-09-02T13:30:01.122" v="25" actId="47"/>
        <pc:sldMkLst>
          <pc:docMk/>
          <pc:sldMk cId="1519765624" sldId="322"/>
        </pc:sldMkLst>
      </pc:sldChg>
      <pc:sldChg chg="del">
        <pc:chgData name="iliasidikov@dnevnik.ru" userId="5f36fc7e-1888-440f-a8f8-2af595699a1a" providerId="ADAL" clId="{24FEEEC9-E2BF-4308-92D4-EE89CB26DD05}" dt="2022-09-02T13:30:01.122" v="25" actId="47"/>
        <pc:sldMkLst>
          <pc:docMk/>
          <pc:sldMk cId="2332198731" sldId="323"/>
        </pc:sldMkLst>
      </pc:sldChg>
      <pc:sldChg chg="del">
        <pc:chgData name="iliasidikov@dnevnik.ru" userId="5f36fc7e-1888-440f-a8f8-2af595699a1a" providerId="ADAL" clId="{24FEEEC9-E2BF-4308-92D4-EE89CB26DD05}" dt="2022-09-02T13:30:01.122" v="25" actId="47"/>
        <pc:sldMkLst>
          <pc:docMk/>
          <pc:sldMk cId="3882366901" sldId="324"/>
        </pc:sldMkLst>
      </pc:sldChg>
      <pc:sldChg chg="del">
        <pc:chgData name="iliasidikov@dnevnik.ru" userId="5f36fc7e-1888-440f-a8f8-2af595699a1a" providerId="ADAL" clId="{24FEEEC9-E2BF-4308-92D4-EE89CB26DD05}" dt="2022-09-02T13:30:01.122" v="25" actId="47"/>
        <pc:sldMkLst>
          <pc:docMk/>
          <pc:sldMk cId="2372211589" sldId="325"/>
        </pc:sldMkLst>
      </pc:sldChg>
      <pc:sldChg chg="del">
        <pc:chgData name="iliasidikov@dnevnik.ru" userId="5f36fc7e-1888-440f-a8f8-2af595699a1a" providerId="ADAL" clId="{24FEEEC9-E2BF-4308-92D4-EE89CB26DD05}" dt="2022-09-02T13:30:01.122" v="25" actId="47"/>
        <pc:sldMkLst>
          <pc:docMk/>
          <pc:sldMk cId="3588051291" sldId="326"/>
        </pc:sldMkLst>
      </pc:sldChg>
      <pc:sldChg chg="del">
        <pc:chgData name="iliasidikov@dnevnik.ru" userId="5f36fc7e-1888-440f-a8f8-2af595699a1a" providerId="ADAL" clId="{24FEEEC9-E2BF-4308-92D4-EE89CB26DD05}" dt="2022-09-02T13:30:01.122" v="25" actId="47"/>
        <pc:sldMkLst>
          <pc:docMk/>
          <pc:sldMk cId="2634144174" sldId="327"/>
        </pc:sldMkLst>
      </pc:sldChg>
      <pc:sldChg chg="del">
        <pc:chgData name="iliasidikov@dnevnik.ru" userId="5f36fc7e-1888-440f-a8f8-2af595699a1a" providerId="ADAL" clId="{24FEEEC9-E2BF-4308-92D4-EE89CB26DD05}" dt="2022-09-02T13:30:01.122" v="25" actId="47"/>
        <pc:sldMkLst>
          <pc:docMk/>
          <pc:sldMk cId="3426962329" sldId="328"/>
        </pc:sldMkLst>
      </pc:sldChg>
      <pc:sldChg chg="del">
        <pc:chgData name="iliasidikov@dnevnik.ru" userId="5f36fc7e-1888-440f-a8f8-2af595699a1a" providerId="ADAL" clId="{24FEEEC9-E2BF-4308-92D4-EE89CB26DD05}" dt="2022-09-02T13:30:01.122" v="25" actId="47"/>
        <pc:sldMkLst>
          <pc:docMk/>
          <pc:sldMk cId="2678543726" sldId="329"/>
        </pc:sldMkLst>
      </pc:sldChg>
      <pc:sldChg chg="del">
        <pc:chgData name="iliasidikov@dnevnik.ru" userId="5f36fc7e-1888-440f-a8f8-2af595699a1a" providerId="ADAL" clId="{24FEEEC9-E2BF-4308-92D4-EE89CB26DD05}" dt="2022-09-02T13:30:01.122" v="25" actId="47"/>
        <pc:sldMkLst>
          <pc:docMk/>
          <pc:sldMk cId="4018838475" sldId="330"/>
        </pc:sldMkLst>
      </pc:sldChg>
      <pc:sldChg chg="del">
        <pc:chgData name="iliasidikov@dnevnik.ru" userId="5f36fc7e-1888-440f-a8f8-2af595699a1a" providerId="ADAL" clId="{24FEEEC9-E2BF-4308-92D4-EE89CB26DD05}" dt="2022-09-02T13:30:01.122" v="25" actId="47"/>
        <pc:sldMkLst>
          <pc:docMk/>
          <pc:sldMk cId="3043225512" sldId="331"/>
        </pc:sldMkLst>
      </pc:sldChg>
      <pc:sldChg chg="del">
        <pc:chgData name="iliasidikov@dnevnik.ru" userId="5f36fc7e-1888-440f-a8f8-2af595699a1a" providerId="ADAL" clId="{24FEEEC9-E2BF-4308-92D4-EE89CB26DD05}" dt="2022-09-02T13:30:01.122" v="25" actId="47"/>
        <pc:sldMkLst>
          <pc:docMk/>
          <pc:sldMk cId="374142001" sldId="332"/>
        </pc:sldMkLst>
      </pc:sldChg>
      <pc:sldChg chg="del">
        <pc:chgData name="iliasidikov@dnevnik.ru" userId="5f36fc7e-1888-440f-a8f8-2af595699a1a" providerId="ADAL" clId="{24FEEEC9-E2BF-4308-92D4-EE89CB26DD05}" dt="2022-09-02T13:30:01.122" v="25" actId="47"/>
        <pc:sldMkLst>
          <pc:docMk/>
          <pc:sldMk cId="1051915845" sldId="333"/>
        </pc:sldMkLst>
      </pc:sldChg>
      <pc:sldChg chg="del">
        <pc:chgData name="iliasidikov@dnevnik.ru" userId="5f36fc7e-1888-440f-a8f8-2af595699a1a" providerId="ADAL" clId="{24FEEEC9-E2BF-4308-92D4-EE89CB26DD05}" dt="2022-09-02T13:29:43.622" v="22" actId="47"/>
        <pc:sldMkLst>
          <pc:docMk/>
          <pc:sldMk cId="3027185530" sldId="334"/>
        </pc:sldMkLst>
      </pc:sldChg>
      <pc:sldChg chg="del">
        <pc:chgData name="iliasidikov@dnevnik.ru" userId="5f36fc7e-1888-440f-a8f8-2af595699a1a" providerId="ADAL" clId="{24FEEEC9-E2BF-4308-92D4-EE89CB26DD05}" dt="2022-09-02T13:30:01.122" v="25" actId="47"/>
        <pc:sldMkLst>
          <pc:docMk/>
          <pc:sldMk cId="913772044" sldId="335"/>
        </pc:sldMkLst>
      </pc:sldChg>
      <pc:sldChg chg="del">
        <pc:chgData name="iliasidikov@dnevnik.ru" userId="5f36fc7e-1888-440f-a8f8-2af595699a1a" providerId="ADAL" clId="{24FEEEC9-E2BF-4308-92D4-EE89CB26DD05}" dt="2022-09-02T13:30:01.122" v="25" actId="47"/>
        <pc:sldMkLst>
          <pc:docMk/>
          <pc:sldMk cId="529227888" sldId="336"/>
        </pc:sldMkLst>
      </pc:sldChg>
      <pc:sldChg chg="del">
        <pc:chgData name="iliasidikov@dnevnik.ru" userId="5f36fc7e-1888-440f-a8f8-2af595699a1a" providerId="ADAL" clId="{24FEEEC9-E2BF-4308-92D4-EE89CB26DD05}" dt="2022-09-02T13:30:01.122" v="25" actId="47"/>
        <pc:sldMkLst>
          <pc:docMk/>
          <pc:sldMk cId="2569148320" sldId="337"/>
        </pc:sldMkLst>
      </pc:sldChg>
      <pc:sldChg chg="del">
        <pc:chgData name="iliasidikov@dnevnik.ru" userId="5f36fc7e-1888-440f-a8f8-2af595699a1a" providerId="ADAL" clId="{24FEEEC9-E2BF-4308-92D4-EE89CB26DD05}" dt="2022-09-02T13:30:01.122" v="25" actId="47"/>
        <pc:sldMkLst>
          <pc:docMk/>
          <pc:sldMk cId="3684724997" sldId="338"/>
        </pc:sldMkLst>
      </pc:sldChg>
      <pc:sldChg chg="del">
        <pc:chgData name="iliasidikov@dnevnik.ru" userId="5f36fc7e-1888-440f-a8f8-2af595699a1a" providerId="ADAL" clId="{24FEEEC9-E2BF-4308-92D4-EE89CB26DD05}" dt="2022-09-02T13:30:01.122" v="25" actId="47"/>
        <pc:sldMkLst>
          <pc:docMk/>
          <pc:sldMk cId="361730305" sldId="339"/>
        </pc:sldMkLst>
      </pc:sldChg>
      <pc:sldChg chg="del">
        <pc:chgData name="iliasidikov@dnevnik.ru" userId="5f36fc7e-1888-440f-a8f8-2af595699a1a" providerId="ADAL" clId="{24FEEEC9-E2BF-4308-92D4-EE89CB26DD05}" dt="2022-09-02T13:30:01.122" v="25" actId="47"/>
        <pc:sldMkLst>
          <pc:docMk/>
          <pc:sldMk cId="502069629" sldId="340"/>
        </pc:sldMkLst>
      </pc:sldChg>
      <pc:sldChg chg="del">
        <pc:chgData name="iliasidikov@dnevnik.ru" userId="5f36fc7e-1888-440f-a8f8-2af595699a1a" providerId="ADAL" clId="{24FEEEC9-E2BF-4308-92D4-EE89CB26DD05}" dt="2022-09-02T13:30:01.122" v="25" actId="47"/>
        <pc:sldMkLst>
          <pc:docMk/>
          <pc:sldMk cId="468414851" sldId="341"/>
        </pc:sldMkLst>
      </pc:sldChg>
      <pc:sldChg chg="del">
        <pc:chgData name="iliasidikov@dnevnik.ru" userId="5f36fc7e-1888-440f-a8f8-2af595699a1a" providerId="ADAL" clId="{24FEEEC9-E2BF-4308-92D4-EE89CB26DD05}" dt="2022-09-02T13:30:01.122" v="25" actId="47"/>
        <pc:sldMkLst>
          <pc:docMk/>
          <pc:sldMk cId="3288849079" sldId="342"/>
        </pc:sldMkLst>
      </pc:sldChg>
      <pc:sldChg chg="del">
        <pc:chgData name="iliasidikov@dnevnik.ru" userId="5f36fc7e-1888-440f-a8f8-2af595699a1a" providerId="ADAL" clId="{24FEEEC9-E2BF-4308-92D4-EE89CB26DD05}" dt="2022-09-02T13:30:01.122" v="25" actId="47"/>
        <pc:sldMkLst>
          <pc:docMk/>
          <pc:sldMk cId="3584254249" sldId="343"/>
        </pc:sldMkLst>
      </pc:sldChg>
      <pc:sldChg chg="del">
        <pc:chgData name="iliasidikov@dnevnik.ru" userId="5f36fc7e-1888-440f-a8f8-2af595699a1a" providerId="ADAL" clId="{24FEEEC9-E2BF-4308-92D4-EE89CB26DD05}" dt="2022-09-02T13:30:01.122" v="25" actId="47"/>
        <pc:sldMkLst>
          <pc:docMk/>
          <pc:sldMk cId="145376485" sldId="344"/>
        </pc:sldMkLst>
      </pc:sldChg>
      <pc:sldChg chg="del">
        <pc:chgData name="iliasidikov@dnevnik.ru" userId="5f36fc7e-1888-440f-a8f8-2af595699a1a" providerId="ADAL" clId="{24FEEEC9-E2BF-4308-92D4-EE89CB26DD05}" dt="2022-09-02T13:30:01.122" v="25" actId="47"/>
        <pc:sldMkLst>
          <pc:docMk/>
          <pc:sldMk cId="292897125" sldId="345"/>
        </pc:sldMkLst>
      </pc:sldChg>
      <pc:sldChg chg="del">
        <pc:chgData name="iliasidikov@dnevnik.ru" userId="5f36fc7e-1888-440f-a8f8-2af595699a1a" providerId="ADAL" clId="{24FEEEC9-E2BF-4308-92D4-EE89CB26DD05}" dt="2022-09-02T13:30:01.122" v="25" actId="47"/>
        <pc:sldMkLst>
          <pc:docMk/>
          <pc:sldMk cId="2754719082" sldId="346"/>
        </pc:sldMkLst>
      </pc:sldChg>
      <pc:sldChg chg="del">
        <pc:chgData name="iliasidikov@dnevnik.ru" userId="5f36fc7e-1888-440f-a8f8-2af595699a1a" providerId="ADAL" clId="{24FEEEC9-E2BF-4308-92D4-EE89CB26DD05}" dt="2022-09-02T13:30:01.122" v="25" actId="47"/>
        <pc:sldMkLst>
          <pc:docMk/>
          <pc:sldMk cId="3748867207" sldId="347"/>
        </pc:sldMkLst>
      </pc:sldChg>
      <pc:sldChg chg="del">
        <pc:chgData name="iliasidikov@dnevnik.ru" userId="5f36fc7e-1888-440f-a8f8-2af595699a1a" providerId="ADAL" clId="{24FEEEC9-E2BF-4308-92D4-EE89CB26DD05}" dt="2022-09-02T13:30:01.122" v="25" actId="47"/>
        <pc:sldMkLst>
          <pc:docMk/>
          <pc:sldMk cId="92021467" sldId="348"/>
        </pc:sldMkLst>
      </pc:sldChg>
      <pc:sldChg chg="del">
        <pc:chgData name="iliasidikov@dnevnik.ru" userId="5f36fc7e-1888-440f-a8f8-2af595699a1a" providerId="ADAL" clId="{24FEEEC9-E2BF-4308-92D4-EE89CB26DD05}" dt="2022-09-02T13:30:01.122" v="25" actId="47"/>
        <pc:sldMkLst>
          <pc:docMk/>
          <pc:sldMk cId="2411784279" sldId="349"/>
        </pc:sldMkLst>
      </pc:sldChg>
      <pc:sldChg chg="del">
        <pc:chgData name="iliasidikov@dnevnik.ru" userId="5f36fc7e-1888-440f-a8f8-2af595699a1a" providerId="ADAL" clId="{24FEEEC9-E2BF-4308-92D4-EE89CB26DD05}" dt="2022-09-02T13:30:01.122" v="25" actId="47"/>
        <pc:sldMkLst>
          <pc:docMk/>
          <pc:sldMk cId="2530462634" sldId="350"/>
        </pc:sldMkLst>
      </pc:sldChg>
      <pc:sldChg chg="del">
        <pc:chgData name="iliasidikov@dnevnik.ru" userId="5f36fc7e-1888-440f-a8f8-2af595699a1a" providerId="ADAL" clId="{24FEEEC9-E2BF-4308-92D4-EE89CB26DD05}" dt="2022-09-02T13:30:01.122" v="25" actId="47"/>
        <pc:sldMkLst>
          <pc:docMk/>
          <pc:sldMk cId="170919128" sldId="351"/>
        </pc:sldMkLst>
      </pc:sldChg>
      <pc:sldChg chg="del">
        <pc:chgData name="iliasidikov@dnevnik.ru" userId="5f36fc7e-1888-440f-a8f8-2af595699a1a" providerId="ADAL" clId="{24FEEEC9-E2BF-4308-92D4-EE89CB26DD05}" dt="2022-09-02T13:30:01.122" v="25" actId="47"/>
        <pc:sldMkLst>
          <pc:docMk/>
          <pc:sldMk cId="244786133" sldId="352"/>
        </pc:sldMkLst>
      </pc:sldChg>
      <pc:sldChg chg="del">
        <pc:chgData name="iliasidikov@dnevnik.ru" userId="5f36fc7e-1888-440f-a8f8-2af595699a1a" providerId="ADAL" clId="{24FEEEC9-E2BF-4308-92D4-EE89CB26DD05}" dt="2022-09-02T13:30:01.122" v="25" actId="47"/>
        <pc:sldMkLst>
          <pc:docMk/>
          <pc:sldMk cId="3047315295" sldId="353"/>
        </pc:sldMkLst>
      </pc:sldChg>
      <pc:sldChg chg="del">
        <pc:chgData name="iliasidikov@dnevnik.ru" userId="5f36fc7e-1888-440f-a8f8-2af595699a1a" providerId="ADAL" clId="{24FEEEC9-E2BF-4308-92D4-EE89CB26DD05}" dt="2022-09-02T13:30:01.122" v="25" actId="47"/>
        <pc:sldMkLst>
          <pc:docMk/>
          <pc:sldMk cId="3129595491" sldId="354"/>
        </pc:sldMkLst>
      </pc:sldChg>
      <pc:sldChg chg="del">
        <pc:chgData name="iliasidikov@dnevnik.ru" userId="5f36fc7e-1888-440f-a8f8-2af595699a1a" providerId="ADAL" clId="{24FEEEC9-E2BF-4308-92D4-EE89CB26DD05}" dt="2022-09-02T13:30:01.122" v="25" actId="47"/>
        <pc:sldMkLst>
          <pc:docMk/>
          <pc:sldMk cId="1853842635" sldId="355"/>
        </pc:sldMkLst>
      </pc:sldChg>
      <pc:sldChg chg="del">
        <pc:chgData name="iliasidikov@dnevnik.ru" userId="5f36fc7e-1888-440f-a8f8-2af595699a1a" providerId="ADAL" clId="{24FEEEC9-E2BF-4308-92D4-EE89CB26DD05}" dt="2022-09-02T13:30:01.122" v="25" actId="47"/>
        <pc:sldMkLst>
          <pc:docMk/>
          <pc:sldMk cId="3295662091" sldId="356"/>
        </pc:sldMkLst>
      </pc:sldChg>
      <pc:sldChg chg="del">
        <pc:chgData name="iliasidikov@dnevnik.ru" userId="5f36fc7e-1888-440f-a8f8-2af595699a1a" providerId="ADAL" clId="{24FEEEC9-E2BF-4308-92D4-EE89CB26DD05}" dt="2022-09-02T13:30:01.122" v="25" actId="47"/>
        <pc:sldMkLst>
          <pc:docMk/>
          <pc:sldMk cId="1344064309" sldId="357"/>
        </pc:sldMkLst>
      </pc:sldChg>
      <pc:sldChg chg="del">
        <pc:chgData name="iliasidikov@dnevnik.ru" userId="5f36fc7e-1888-440f-a8f8-2af595699a1a" providerId="ADAL" clId="{24FEEEC9-E2BF-4308-92D4-EE89CB26DD05}" dt="2022-09-02T13:30:01.122" v="25" actId="47"/>
        <pc:sldMkLst>
          <pc:docMk/>
          <pc:sldMk cId="3336335790" sldId="358"/>
        </pc:sldMkLst>
      </pc:sldChg>
      <pc:sldChg chg="del">
        <pc:chgData name="iliasidikov@dnevnik.ru" userId="5f36fc7e-1888-440f-a8f8-2af595699a1a" providerId="ADAL" clId="{24FEEEC9-E2BF-4308-92D4-EE89CB26DD05}" dt="2022-09-02T13:30:01.122" v="25" actId="47"/>
        <pc:sldMkLst>
          <pc:docMk/>
          <pc:sldMk cId="4254020539" sldId="359"/>
        </pc:sldMkLst>
      </pc:sldChg>
      <pc:sldChg chg="del">
        <pc:chgData name="iliasidikov@dnevnik.ru" userId="5f36fc7e-1888-440f-a8f8-2af595699a1a" providerId="ADAL" clId="{24FEEEC9-E2BF-4308-92D4-EE89CB26DD05}" dt="2022-09-02T13:29:48.438" v="23" actId="47"/>
        <pc:sldMkLst>
          <pc:docMk/>
          <pc:sldMk cId="1655919165" sldId="360"/>
        </pc:sldMkLst>
      </pc:sldChg>
      <pc:sldChg chg="del">
        <pc:chgData name="iliasidikov@dnevnik.ru" userId="5f36fc7e-1888-440f-a8f8-2af595699a1a" providerId="ADAL" clId="{24FEEEC9-E2BF-4308-92D4-EE89CB26DD05}" dt="2022-09-02T13:30:01.122" v="25" actId="47"/>
        <pc:sldMkLst>
          <pc:docMk/>
          <pc:sldMk cId="2821849952" sldId="361"/>
        </pc:sldMkLst>
      </pc:sldChg>
      <pc:sldChg chg="del">
        <pc:chgData name="iliasidikov@dnevnik.ru" userId="5f36fc7e-1888-440f-a8f8-2af595699a1a" providerId="ADAL" clId="{24FEEEC9-E2BF-4308-92D4-EE89CB26DD05}" dt="2022-09-02T13:30:01.122" v="25" actId="47"/>
        <pc:sldMkLst>
          <pc:docMk/>
          <pc:sldMk cId="3281774022" sldId="362"/>
        </pc:sldMkLst>
      </pc:sldChg>
      <pc:sldChg chg="del">
        <pc:chgData name="iliasidikov@dnevnik.ru" userId="5f36fc7e-1888-440f-a8f8-2af595699a1a" providerId="ADAL" clId="{24FEEEC9-E2BF-4308-92D4-EE89CB26DD05}" dt="2022-09-02T13:30:01.122" v="25" actId="47"/>
        <pc:sldMkLst>
          <pc:docMk/>
          <pc:sldMk cId="139875847" sldId="363"/>
        </pc:sldMkLst>
      </pc:sldChg>
      <pc:sldChg chg="del">
        <pc:chgData name="iliasidikov@dnevnik.ru" userId="5f36fc7e-1888-440f-a8f8-2af595699a1a" providerId="ADAL" clId="{24FEEEC9-E2BF-4308-92D4-EE89CB26DD05}" dt="2022-09-02T13:30:01.122" v="25" actId="47"/>
        <pc:sldMkLst>
          <pc:docMk/>
          <pc:sldMk cId="460157999" sldId="364"/>
        </pc:sldMkLst>
      </pc:sldChg>
      <pc:sldChg chg="del">
        <pc:chgData name="iliasidikov@dnevnik.ru" userId="5f36fc7e-1888-440f-a8f8-2af595699a1a" providerId="ADAL" clId="{24FEEEC9-E2BF-4308-92D4-EE89CB26DD05}" dt="2022-09-02T13:30:01.122" v="25" actId="47"/>
        <pc:sldMkLst>
          <pc:docMk/>
          <pc:sldMk cId="3629693691" sldId="365"/>
        </pc:sldMkLst>
      </pc:sldChg>
      <pc:sldChg chg="del">
        <pc:chgData name="iliasidikov@dnevnik.ru" userId="5f36fc7e-1888-440f-a8f8-2af595699a1a" providerId="ADAL" clId="{24FEEEC9-E2BF-4308-92D4-EE89CB26DD05}" dt="2022-09-02T13:30:01.122" v="25" actId="47"/>
        <pc:sldMkLst>
          <pc:docMk/>
          <pc:sldMk cId="920178451" sldId="366"/>
        </pc:sldMkLst>
      </pc:sldChg>
      <pc:sldChg chg="del">
        <pc:chgData name="iliasidikov@dnevnik.ru" userId="5f36fc7e-1888-440f-a8f8-2af595699a1a" providerId="ADAL" clId="{24FEEEC9-E2BF-4308-92D4-EE89CB26DD05}" dt="2022-09-02T13:30:01.122" v="25" actId="47"/>
        <pc:sldMkLst>
          <pc:docMk/>
          <pc:sldMk cId="1388447668" sldId="367"/>
        </pc:sldMkLst>
      </pc:sldChg>
      <pc:sldChg chg="del">
        <pc:chgData name="iliasidikov@dnevnik.ru" userId="5f36fc7e-1888-440f-a8f8-2af595699a1a" providerId="ADAL" clId="{24FEEEC9-E2BF-4308-92D4-EE89CB26DD05}" dt="2022-09-02T13:29:54.082" v="24" actId="47"/>
        <pc:sldMkLst>
          <pc:docMk/>
          <pc:sldMk cId="3580785285" sldId="368"/>
        </pc:sldMkLst>
      </pc:sldChg>
      <pc:sldChg chg="del">
        <pc:chgData name="iliasidikov@dnevnik.ru" userId="5f36fc7e-1888-440f-a8f8-2af595699a1a" providerId="ADAL" clId="{24FEEEC9-E2BF-4308-92D4-EE89CB26DD05}" dt="2022-09-02T13:30:01.122" v="25" actId="47"/>
        <pc:sldMkLst>
          <pc:docMk/>
          <pc:sldMk cId="1805477896" sldId="369"/>
        </pc:sldMkLst>
      </pc:sldChg>
    </pc:docChg>
  </pc:docChgLst>
  <pc:docChgLst>
    <pc:chgData name="iliasidikov@dnevnik.ru" userId="5f36fc7e-1888-440f-a8f8-2af595699a1a" providerId="ADAL" clId="{7099FB1A-9E9D-40C4-98D9-DAA9B80F1336}"/>
    <pc:docChg chg="undo custSel addSld delSld modSld modSection">
      <pc:chgData name="iliasidikov@dnevnik.ru" userId="5f36fc7e-1888-440f-a8f8-2af595699a1a" providerId="ADAL" clId="{7099FB1A-9E9D-40C4-98D9-DAA9B80F1336}" dt="2022-09-25T11:16:24.298" v="234" actId="1076"/>
      <pc:docMkLst>
        <pc:docMk/>
      </pc:docMkLst>
      <pc:sldChg chg="modSp mod">
        <pc:chgData name="iliasidikov@dnevnik.ru" userId="5f36fc7e-1888-440f-a8f8-2af595699a1a" providerId="ADAL" clId="{7099FB1A-9E9D-40C4-98D9-DAA9B80F1336}" dt="2022-09-18T14:11:34.264" v="0"/>
        <pc:sldMkLst>
          <pc:docMk/>
          <pc:sldMk cId="4230193343" sldId="300"/>
        </pc:sldMkLst>
        <pc:spChg chg="mod">
          <ac:chgData name="iliasidikov@dnevnik.ru" userId="5f36fc7e-1888-440f-a8f8-2af595699a1a" providerId="ADAL" clId="{7099FB1A-9E9D-40C4-98D9-DAA9B80F1336}" dt="2022-09-18T14:11:34.264" v="0"/>
          <ac:spMkLst>
            <pc:docMk/>
            <pc:sldMk cId="4230193343" sldId="300"/>
            <ac:spMk id="8194" creationId="{00000000-0000-0000-0000-000000000000}"/>
          </ac:spMkLst>
        </pc:spChg>
      </pc:sldChg>
      <pc:sldChg chg="del">
        <pc:chgData name="iliasidikov@dnevnik.ru" userId="5f36fc7e-1888-440f-a8f8-2af595699a1a" providerId="ADAL" clId="{7099FB1A-9E9D-40C4-98D9-DAA9B80F1336}" dt="2022-09-18T14:11:52.907" v="3" actId="47"/>
        <pc:sldMkLst>
          <pc:docMk/>
          <pc:sldMk cId="174586791" sldId="301"/>
        </pc:sldMkLst>
      </pc:sldChg>
      <pc:sldChg chg="del">
        <pc:chgData name="iliasidikov@dnevnik.ru" userId="5f36fc7e-1888-440f-a8f8-2af595699a1a" providerId="ADAL" clId="{7099FB1A-9E9D-40C4-98D9-DAA9B80F1336}" dt="2022-09-18T14:11:48.793" v="2" actId="47"/>
        <pc:sldMkLst>
          <pc:docMk/>
          <pc:sldMk cId="1468545752" sldId="302"/>
        </pc:sldMkLst>
      </pc:sldChg>
      <pc:sldChg chg="del">
        <pc:chgData name="iliasidikov@dnevnik.ru" userId="5f36fc7e-1888-440f-a8f8-2af595699a1a" providerId="ADAL" clId="{7099FB1A-9E9D-40C4-98D9-DAA9B80F1336}" dt="2022-09-18T14:11:48.793" v="2" actId="47"/>
        <pc:sldMkLst>
          <pc:docMk/>
          <pc:sldMk cId="1360912354" sldId="303"/>
        </pc:sldMkLst>
      </pc:sldChg>
      <pc:sldChg chg="del">
        <pc:chgData name="iliasidikov@dnevnik.ru" userId="5f36fc7e-1888-440f-a8f8-2af595699a1a" providerId="ADAL" clId="{7099FB1A-9E9D-40C4-98D9-DAA9B80F1336}" dt="2022-09-18T14:11:48.793" v="2" actId="47"/>
        <pc:sldMkLst>
          <pc:docMk/>
          <pc:sldMk cId="3687559911" sldId="305"/>
        </pc:sldMkLst>
      </pc:sldChg>
      <pc:sldChg chg="del">
        <pc:chgData name="iliasidikov@dnevnik.ru" userId="5f36fc7e-1888-440f-a8f8-2af595699a1a" providerId="ADAL" clId="{7099FB1A-9E9D-40C4-98D9-DAA9B80F1336}" dt="2022-09-18T14:11:48.793" v="2" actId="47"/>
        <pc:sldMkLst>
          <pc:docMk/>
          <pc:sldMk cId="1294675438" sldId="306"/>
        </pc:sldMkLst>
      </pc:sldChg>
      <pc:sldChg chg="del">
        <pc:chgData name="iliasidikov@dnevnik.ru" userId="5f36fc7e-1888-440f-a8f8-2af595699a1a" providerId="ADAL" clId="{7099FB1A-9E9D-40C4-98D9-DAA9B80F1336}" dt="2022-09-18T14:11:48.793" v="2" actId="47"/>
        <pc:sldMkLst>
          <pc:docMk/>
          <pc:sldMk cId="3629832539" sldId="307"/>
        </pc:sldMkLst>
      </pc:sldChg>
      <pc:sldChg chg="del">
        <pc:chgData name="iliasidikov@dnevnik.ru" userId="5f36fc7e-1888-440f-a8f8-2af595699a1a" providerId="ADAL" clId="{7099FB1A-9E9D-40C4-98D9-DAA9B80F1336}" dt="2022-09-18T14:11:48.793" v="2" actId="47"/>
        <pc:sldMkLst>
          <pc:docMk/>
          <pc:sldMk cId="3829520407" sldId="308"/>
        </pc:sldMkLst>
      </pc:sldChg>
      <pc:sldChg chg="del">
        <pc:chgData name="iliasidikov@dnevnik.ru" userId="5f36fc7e-1888-440f-a8f8-2af595699a1a" providerId="ADAL" clId="{7099FB1A-9E9D-40C4-98D9-DAA9B80F1336}" dt="2022-09-18T14:11:48.793" v="2" actId="47"/>
        <pc:sldMkLst>
          <pc:docMk/>
          <pc:sldMk cId="3250922761" sldId="309"/>
        </pc:sldMkLst>
      </pc:sldChg>
      <pc:sldChg chg="del">
        <pc:chgData name="iliasidikov@dnevnik.ru" userId="5f36fc7e-1888-440f-a8f8-2af595699a1a" providerId="ADAL" clId="{7099FB1A-9E9D-40C4-98D9-DAA9B80F1336}" dt="2022-09-18T14:11:48.793" v="2" actId="47"/>
        <pc:sldMkLst>
          <pc:docMk/>
          <pc:sldMk cId="1138890041" sldId="310"/>
        </pc:sldMkLst>
      </pc:sldChg>
      <pc:sldChg chg="del">
        <pc:chgData name="iliasidikov@dnevnik.ru" userId="5f36fc7e-1888-440f-a8f8-2af595699a1a" providerId="ADAL" clId="{7099FB1A-9E9D-40C4-98D9-DAA9B80F1336}" dt="2022-09-18T14:11:48.793" v="2" actId="47"/>
        <pc:sldMkLst>
          <pc:docMk/>
          <pc:sldMk cId="3518155362" sldId="311"/>
        </pc:sldMkLst>
      </pc:sldChg>
      <pc:sldChg chg="del">
        <pc:chgData name="iliasidikov@dnevnik.ru" userId="5f36fc7e-1888-440f-a8f8-2af595699a1a" providerId="ADAL" clId="{7099FB1A-9E9D-40C4-98D9-DAA9B80F1336}" dt="2022-09-18T14:11:48.793" v="2" actId="47"/>
        <pc:sldMkLst>
          <pc:docMk/>
          <pc:sldMk cId="332390912" sldId="312"/>
        </pc:sldMkLst>
      </pc:sldChg>
      <pc:sldChg chg="del">
        <pc:chgData name="iliasidikov@dnevnik.ru" userId="5f36fc7e-1888-440f-a8f8-2af595699a1a" providerId="ADAL" clId="{7099FB1A-9E9D-40C4-98D9-DAA9B80F1336}" dt="2022-09-18T14:11:48.793" v="2" actId="47"/>
        <pc:sldMkLst>
          <pc:docMk/>
          <pc:sldMk cId="4174801436" sldId="313"/>
        </pc:sldMkLst>
      </pc:sldChg>
      <pc:sldChg chg="modSp mod">
        <pc:chgData name="iliasidikov@dnevnik.ru" userId="5f36fc7e-1888-440f-a8f8-2af595699a1a" providerId="ADAL" clId="{7099FB1A-9E9D-40C4-98D9-DAA9B80F1336}" dt="2022-09-18T14:47:41.459" v="10" actId="20577"/>
        <pc:sldMkLst>
          <pc:docMk/>
          <pc:sldMk cId="2994550520" sldId="314"/>
        </pc:sldMkLst>
        <pc:spChg chg="mod">
          <ac:chgData name="iliasidikov@dnevnik.ru" userId="5f36fc7e-1888-440f-a8f8-2af595699a1a" providerId="ADAL" clId="{7099FB1A-9E9D-40C4-98D9-DAA9B80F1336}" dt="2022-09-18T14:47:41.459" v="10" actId="20577"/>
          <ac:spMkLst>
            <pc:docMk/>
            <pc:sldMk cId="2994550520" sldId="314"/>
            <ac:spMk id="26643" creationId="{00000000-0000-0000-0000-000000000000}"/>
          </ac:spMkLst>
        </pc:spChg>
        <pc:spChg chg="mod">
          <ac:chgData name="iliasidikov@dnevnik.ru" userId="5f36fc7e-1888-440f-a8f8-2af595699a1a" providerId="ADAL" clId="{7099FB1A-9E9D-40C4-98D9-DAA9B80F1336}" dt="2022-09-18T14:46:38.562" v="4"/>
          <ac:spMkLst>
            <pc:docMk/>
            <pc:sldMk cId="2994550520" sldId="314"/>
            <ac:spMk id="26644" creationId="{00000000-0000-0000-0000-000000000000}"/>
          </ac:spMkLst>
        </pc:spChg>
      </pc:sldChg>
      <pc:sldChg chg="del">
        <pc:chgData name="iliasidikov@dnevnik.ru" userId="5f36fc7e-1888-440f-a8f8-2af595699a1a" providerId="ADAL" clId="{7099FB1A-9E9D-40C4-98D9-DAA9B80F1336}" dt="2022-09-18T14:11:44.648" v="1" actId="47"/>
        <pc:sldMkLst>
          <pc:docMk/>
          <pc:sldMk cId="1765522259" sldId="315"/>
        </pc:sldMkLst>
      </pc:sldChg>
      <pc:sldChg chg="modSp add mod">
        <pc:chgData name="iliasidikov@dnevnik.ru" userId="5f36fc7e-1888-440f-a8f8-2af595699a1a" providerId="ADAL" clId="{7099FB1A-9E9D-40C4-98D9-DAA9B80F1336}" dt="2022-09-18T14:49:06.957" v="11"/>
        <pc:sldMkLst>
          <pc:docMk/>
          <pc:sldMk cId="3438261562" sldId="315"/>
        </pc:sldMkLst>
        <pc:spChg chg="mod">
          <ac:chgData name="iliasidikov@dnevnik.ru" userId="5f36fc7e-1888-440f-a8f8-2af595699a1a" providerId="ADAL" clId="{7099FB1A-9E9D-40C4-98D9-DAA9B80F1336}" dt="2022-09-18T14:49:06.957" v="11"/>
          <ac:spMkLst>
            <pc:docMk/>
            <pc:sldMk cId="3438261562" sldId="315"/>
            <ac:spMk id="26643" creationId="{00000000-0000-0000-0000-000000000000}"/>
          </ac:spMkLst>
        </pc:spChg>
      </pc:sldChg>
      <pc:sldChg chg="modSp add mod">
        <pc:chgData name="iliasidikov@dnevnik.ru" userId="5f36fc7e-1888-440f-a8f8-2af595699a1a" providerId="ADAL" clId="{7099FB1A-9E9D-40C4-98D9-DAA9B80F1336}" dt="2022-09-18T14:49:38.404" v="13"/>
        <pc:sldMkLst>
          <pc:docMk/>
          <pc:sldMk cId="1439791790" sldId="316"/>
        </pc:sldMkLst>
        <pc:spChg chg="mod">
          <ac:chgData name="iliasidikov@dnevnik.ru" userId="5f36fc7e-1888-440f-a8f8-2af595699a1a" providerId="ADAL" clId="{7099FB1A-9E9D-40C4-98D9-DAA9B80F1336}" dt="2022-09-18T14:49:38.404" v="13"/>
          <ac:spMkLst>
            <pc:docMk/>
            <pc:sldMk cId="1439791790" sldId="316"/>
            <ac:spMk id="26643" creationId="{00000000-0000-0000-0000-000000000000}"/>
          </ac:spMkLst>
        </pc:spChg>
      </pc:sldChg>
      <pc:sldChg chg="del">
        <pc:chgData name="iliasidikov@dnevnik.ru" userId="5f36fc7e-1888-440f-a8f8-2af595699a1a" providerId="ADAL" clId="{7099FB1A-9E9D-40C4-98D9-DAA9B80F1336}" dt="2022-09-18T14:11:44.648" v="1" actId="47"/>
        <pc:sldMkLst>
          <pc:docMk/>
          <pc:sldMk cId="1866485772" sldId="316"/>
        </pc:sldMkLst>
      </pc:sldChg>
      <pc:sldChg chg="modSp add mod">
        <pc:chgData name="iliasidikov@dnevnik.ru" userId="5f36fc7e-1888-440f-a8f8-2af595699a1a" providerId="ADAL" clId="{7099FB1A-9E9D-40C4-98D9-DAA9B80F1336}" dt="2022-09-18T14:50:20.612" v="16"/>
        <pc:sldMkLst>
          <pc:docMk/>
          <pc:sldMk cId="2310273442" sldId="317"/>
        </pc:sldMkLst>
        <pc:spChg chg="mod">
          <ac:chgData name="iliasidikov@dnevnik.ru" userId="5f36fc7e-1888-440f-a8f8-2af595699a1a" providerId="ADAL" clId="{7099FB1A-9E9D-40C4-98D9-DAA9B80F1336}" dt="2022-09-18T14:50:20.612" v="16"/>
          <ac:spMkLst>
            <pc:docMk/>
            <pc:sldMk cId="2310273442" sldId="317"/>
            <ac:spMk id="26643" creationId="{00000000-0000-0000-0000-000000000000}"/>
          </ac:spMkLst>
        </pc:spChg>
        <pc:spChg chg="mod">
          <ac:chgData name="iliasidikov@dnevnik.ru" userId="5f36fc7e-1888-440f-a8f8-2af595699a1a" providerId="ADAL" clId="{7099FB1A-9E9D-40C4-98D9-DAA9B80F1336}" dt="2022-09-18T14:49:58.447" v="15"/>
          <ac:spMkLst>
            <pc:docMk/>
            <pc:sldMk cId="2310273442" sldId="317"/>
            <ac:spMk id="26644" creationId="{00000000-0000-0000-0000-000000000000}"/>
          </ac:spMkLst>
        </pc:spChg>
      </pc:sldChg>
      <pc:sldChg chg="del">
        <pc:chgData name="iliasidikov@dnevnik.ru" userId="5f36fc7e-1888-440f-a8f8-2af595699a1a" providerId="ADAL" clId="{7099FB1A-9E9D-40C4-98D9-DAA9B80F1336}" dt="2022-09-18T14:11:44.648" v="1" actId="47"/>
        <pc:sldMkLst>
          <pc:docMk/>
          <pc:sldMk cId="3271332160" sldId="317"/>
        </pc:sldMkLst>
      </pc:sldChg>
      <pc:sldChg chg="del">
        <pc:chgData name="iliasidikov@dnevnik.ru" userId="5f36fc7e-1888-440f-a8f8-2af595699a1a" providerId="ADAL" clId="{7099FB1A-9E9D-40C4-98D9-DAA9B80F1336}" dt="2022-09-18T14:11:44.648" v="1" actId="47"/>
        <pc:sldMkLst>
          <pc:docMk/>
          <pc:sldMk cId="1192574306" sldId="318"/>
        </pc:sldMkLst>
      </pc:sldChg>
      <pc:sldChg chg="addSp delSp modSp add mod">
        <pc:chgData name="iliasidikov@dnevnik.ru" userId="5f36fc7e-1888-440f-a8f8-2af595699a1a" providerId="ADAL" clId="{7099FB1A-9E9D-40C4-98D9-DAA9B80F1336}" dt="2022-09-18T14:50:39.863" v="21" actId="14100"/>
        <pc:sldMkLst>
          <pc:docMk/>
          <pc:sldMk cId="1366692336" sldId="318"/>
        </pc:sldMkLst>
        <pc:spChg chg="del">
          <ac:chgData name="iliasidikov@dnevnik.ru" userId="5f36fc7e-1888-440f-a8f8-2af595699a1a" providerId="ADAL" clId="{7099FB1A-9E9D-40C4-98D9-DAA9B80F1336}" dt="2022-09-18T14:50:34.929" v="18" actId="478"/>
          <ac:spMkLst>
            <pc:docMk/>
            <pc:sldMk cId="1366692336" sldId="318"/>
            <ac:spMk id="26643" creationId="{00000000-0000-0000-0000-000000000000}"/>
          </ac:spMkLst>
        </pc:spChg>
        <pc:picChg chg="add mod">
          <ac:chgData name="iliasidikov@dnevnik.ru" userId="5f36fc7e-1888-440f-a8f8-2af595699a1a" providerId="ADAL" clId="{7099FB1A-9E9D-40C4-98D9-DAA9B80F1336}" dt="2022-09-18T14:50:39.863" v="21" actId="14100"/>
          <ac:picMkLst>
            <pc:docMk/>
            <pc:sldMk cId="1366692336" sldId="318"/>
            <ac:picMk id="3" creationId="{BD6BE1F6-9DF8-25FA-4E5B-B0F2A6BFF3D8}"/>
          </ac:picMkLst>
        </pc:picChg>
      </pc:sldChg>
      <pc:sldChg chg="modSp add mod">
        <pc:chgData name="iliasidikov@dnevnik.ru" userId="5f36fc7e-1888-440f-a8f8-2af595699a1a" providerId="ADAL" clId="{7099FB1A-9E9D-40C4-98D9-DAA9B80F1336}" dt="2022-09-18T14:51:23.690" v="26"/>
        <pc:sldMkLst>
          <pc:docMk/>
          <pc:sldMk cId="518016264" sldId="319"/>
        </pc:sldMkLst>
        <pc:spChg chg="mod">
          <ac:chgData name="iliasidikov@dnevnik.ru" userId="5f36fc7e-1888-440f-a8f8-2af595699a1a" providerId="ADAL" clId="{7099FB1A-9E9D-40C4-98D9-DAA9B80F1336}" dt="2022-09-18T14:51:23.690" v="26"/>
          <ac:spMkLst>
            <pc:docMk/>
            <pc:sldMk cId="518016264" sldId="319"/>
            <ac:spMk id="26643" creationId="{00000000-0000-0000-0000-000000000000}"/>
          </ac:spMkLst>
        </pc:spChg>
        <pc:spChg chg="mod">
          <ac:chgData name="iliasidikov@dnevnik.ru" userId="5f36fc7e-1888-440f-a8f8-2af595699a1a" providerId="ADAL" clId="{7099FB1A-9E9D-40C4-98D9-DAA9B80F1336}" dt="2022-09-18T14:50:49.209" v="25"/>
          <ac:spMkLst>
            <pc:docMk/>
            <pc:sldMk cId="518016264" sldId="319"/>
            <ac:spMk id="26644" creationId="{00000000-0000-0000-0000-000000000000}"/>
          </ac:spMkLst>
        </pc:spChg>
      </pc:sldChg>
      <pc:sldChg chg="del">
        <pc:chgData name="iliasidikov@dnevnik.ru" userId="5f36fc7e-1888-440f-a8f8-2af595699a1a" providerId="ADAL" clId="{7099FB1A-9E9D-40C4-98D9-DAA9B80F1336}" dt="2022-09-18T14:11:44.648" v="1" actId="47"/>
        <pc:sldMkLst>
          <pc:docMk/>
          <pc:sldMk cId="2016591500" sldId="319"/>
        </pc:sldMkLst>
      </pc:sldChg>
      <pc:sldChg chg="del">
        <pc:chgData name="iliasidikov@dnevnik.ru" userId="5f36fc7e-1888-440f-a8f8-2af595699a1a" providerId="ADAL" clId="{7099FB1A-9E9D-40C4-98D9-DAA9B80F1336}" dt="2022-09-18T14:11:44.648" v="1" actId="47"/>
        <pc:sldMkLst>
          <pc:docMk/>
          <pc:sldMk cId="1491722737" sldId="320"/>
        </pc:sldMkLst>
      </pc:sldChg>
      <pc:sldChg chg="addSp delSp modSp add mod">
        <pc:chgData name="iliasidikov@dnevnik.ru" userId="5f36fc7e-1888-440f-a8f8-2af595699a1a" providerId="ADAL" clId="{7099FB1A-9E9D-40C4-98D9-DAA9B80F1336}" dt="2022-09-18T14:51:44.702" v="33" actId="1076"/>
        <pc:sldMkLst>
          <pc:docMk/>
          <pc:sldMk cId="3822153774" sldId="320"/>
        </pc:sldMkLst>
        <pc:spChg chg="mod">
          <ac:chgData name="iliasidikov@dnevnik.ru" userId="5f36fc7e-1888-440f-a8f8-2af595699a1a" providerId="ADAL" clId="{7099FB1A-9E9D-40C4-98D9-DAA9B80F1336}" dt="2022-09-18T14:51:30.427" v="28"/>
          <ac:spMkLst>
            <pc:docMk/>
            <pc:sldMk cId="3822153774" sldId="320"/>
            <ac:spMk id="26644" creationId="{00000000-0000-0000-0000-000000000000}"/>
          </ac:spMkLst>
        </pc:spChg>
        <pc:picChg chg="del">
          <ac:chgData name="iliasidikov@dnevnik.ru" userId="5f36fc7e-1888-440f-a8f8-2af595699a1a" providerId="ADAL" clId="{7099FB1A-9E9D-40C4-98D9-DAA9B80F1336}" dt="2022-09-18T14:51:31.746" v="29" actId="478"/>
          <ac:picMkLst>
            <pc:docMk/>
            <pc:sldMk cId="3822153774" sldId="320"/>
            <ac:picMk id="3" creationId="{BD6BE1F6-9DF8-25FA-4E5B-B0F2A6BFF3D8}"/>
          </ac:picMkLst>
        </pc:picChg>
        <pc:picChg chg="add mod">
          <ac:chgData name="iliasidikov@dnevnik.ru" userId="5f36fc7e-1888-440f-a8f8-2af595699a1a" providerId="ADAL" clId="{7099FB1A-9E9D-40C4-98D9-DAA9B80F1336}" dt="2022-09-18T14:51:44.702" v="33" actId="1076"/>
          <ac:picMkLst>
            <pc:docMk/>
            <pc:sldMk cId="3822153774" sldId="320"/>
            <ac:picMk id="4" creationId="{4F93031F-D683-73BE-22FA-72B50C8A3771}"/>
          </ac:picMkLst>
        </pc:picChg>
      </pc:sldChg>
      <pc:sldChg chg="addSp modSp add mod">
        <pc:chgData name="iliasidikov@dnevnik.ru" userId="5f36fc7e-1888-440f-a8f8-2af595699a1a" providerId="ADAL" clId="{7099FB1A-9E9D-40C4-98D9-DAA9B80F1336}" dt="2022-09-18T14:55:11.313" v="39" actId="1076"/>
        <pc:sldMkLst>
          <pc:docMk/>
          <pc:sldMk cId="216848496" sldId="321"/>
        </pc:sldMkLst>
        <pc:spChg chg="mod">
          <ac:chgData name="iliasidikov@dnevnik.ru" userId="5f36fc7e-1888-440f-a8f8-2af595699a1a" providerId="ADAL" clId="{7099FB1A-9E9D-40C4-98D9-DAA9B80F1336}" dt="2022-09-18T14:51:54.424" v="35"/>
          <ac:spMkLst>
            <pc:docMk/>
            <pc:sldMk cId="216848496" sldId="321"/>
            <ac:spMk id="26644" creationId="{00000000-0000-0000-0000-000000000000}"/>
          </ac:spMkLst>
        </pc:spChg>
        <pc:picChg chg="add mod">
          <ac:chgData name="iliasidikov@dnevnik.ru" userId="5f36fc7e-1888-440f-a8f8-2af595699a1a" providerId="ADAL" clId="{7099FB1A-9E9D-40C4-98D9-DAA9B80F1336}" dt="2022-09-18T14:55:11.313" v="39" actId="1076"/>
          <ac:picMkLst>
            <pc:docMk/>
            <pc:sldMk cId="216848496" sldId="321"/>
            <ac:picMk id="3" creationId="{B738412C-C069-FB8B-E5D2-857180156345}"/>
          </ac:picMkLst>
        </pc:picChg>
      </pc:sldChg>
      <pc:sldChg chg="delSp modSp add mod">
        <pc:chgData name="iliasidikov@dnevnik.ru" userId="5f36fc7e-1888-440f-a8f8-2af595699a1a" providerId="ADAL" clId="{7099FB1A-9E9D-40C4-98D9-DAA9B80F1336}" dt="2022-09-18T14:59:44.454" v="48" actId="20577"/>
        <pc:sldMkLst>
          <pc:docMk/>
          <pc:sldMk cId="1222143229" sldId="322"/>
        </pc:sldMkLst>
        <pc:spChg chg="mod">
          <ac:chgData name="iliasidikov@dnevnik.ru" userId="5f36fc7e-1888-440f-a8f8-2af595699a1a" providerId="ADAL" clId="{7099FB1A-9E9D-40C4-98D9-DAA9B80F1336}" dt="2022-09-18T14:59:44.454" v="48" actId="20577"/>
          <ac:spMkLst>
            <pc:docMk/>
            <pc:sldMk cId="1222143229" sldId="322"/>
            <ac:spMk id="26643" creationId="{00000000-0000-0000-0000-000000000000}"/>
          </ac:spMkLst>
        </pc:spChg>
        <pc:spChg chg="mod">
          <ac:chgData name="iliasidikov@dnevnik.ru" userId="5f36fc7e-1888-440f-a8f8-2af595699a1a" providerId="ADAL" clId="{7099FB1A-9E9D-40C4-98D9-DAA9B80F1336}" dt="2022-09-18T14:56:04.531" v="44" actId="207"/>
          <ac:spMkLst>
            <pc:docMk/>
            <pc:sldMk cId="1222143229" sldId="322"/>
            <ac:spMk id="26644" creationId="{00000000-0000-0000-0000-000000000000}"/>
          </ac:spMkLst>
        </pc:spChg>
        <pc:picChg chg="del">
          <ac:chgData name="iliasidikov@dnevnik.ru" userId="5f36fc7e-1888-440f-a8f8-2af595699a1a" providerId="ADAL" clId="{7099FB1A-9E9D-40C4-98D9-DAA9B80F1336}" dt="2022-09-18T14:56:05.712" v="45" actId="478"/>
          <ac:picMkLst>
            <pc:docMk/>
            <pc:sldMk cId="1222143229" sldId="322"/>
            <ac:picMk id="3" creationId="{B738412C-C069-FB8B-E5D2-857180156345}"/>
          </ac:picMkLst>
        </pc:picChg>
      </pc:sldChg>
      <pc:sldChg chg="modSp add mod">
        <pc:chgData name="iliasidikov@dnevnik.ru" userId="5f36fc7e-1888-440f-a8f8-2af595699a1a" providerId="ADAL" clId="{7099FB1A-9E9D-40C4-98D9-DAA9B80F1336}" dt="2022-09-18T15:00:01.137" v="50"/>
        <pc:sldMkLst>
          <pc:docMk/>
          <pc:sldMk cId="3081586581" sldId="323"/>
        </pc:sldMkLst>
        <pc:spChg chg="mod">
          <ac:chgData name="iliasidikov@dnevnik.ru" userId="5f36fc7e-1888-440f-a8f8-2af595699a1a" providerId="ADAL" clId="{7099FB1A-9E9D-40C4-98D9-DAA9B80F1336}" dt="2022-09-18T15:00:01.137" v="50"/>
          <ac:spMkLst>
            <pc:docMk/>
            <pc:sldMk cId="3081586581" sldId="323"/>
            <ac:spMk id="26643" creationId="{00000000-0000-0000-0000-000000000000}"/>
          </ac:spMkLst>
        </pc:spChg>
      </pc:sldChg>
      <pc:sldChg chg="modSp add mod">
        <pc:chgData name="iliasidikov@dnevnik.ru" userId="5f36fc7e-1888-440f-a8f8-2af595699a1a" providerId="ADAL" clId="{7099FB1A-9E9D-40C4-98D9-DAA9B80F1336}" dt="2022-09-18T15:00:28.504" v="53" actId="20577"/>
        <pc:sldMkLst>
          <pc:docMk/>
          <pc:sldMk cId="1968312853" sldId="324"/>
        </pc:sldMkLst>
        <pc:spChg chg="mod">
          <ac:chgData name="iliasidikov@dnevnik.ru" userId="5f36fc7e-1888-440f-a8f8-2af595699a1a" providerId="ADAL" clId="{7099FB1A-9E9D-40C4-98D9-DAA9B80F1336}" dt="2022-09-18T15:00:28.504" v="53" actId="20577"/>
          <ac:spMkLst>
            <pc:docMk/>
            <pc:sldMk cId="1968312853" sldId="324"/>
            <ac:spMk id="26643" creationId="{00000000-0000-0000-0000-000000000000}"/>
          </ac:spMkLst>
        </pc:spChg>
      </pc:sldChg>
      <pc:sldChg chg="modSp add mod">
        <pc:chgData name="iliasidikov@dnevnik.ru" userId="5f36fc7e-1888-440f-a8f8-2af595699a1a" providerId="ADAL" clId="{7099FB1A-9E9D-40C4-98D9-DAA9B80F1336}" dt="2022-09-18T15:01:08.502" v="57" actId="12"/>
        <pc:sldMkLst>
          <pc:docMk/>
          <pc:sldMk cId="3767471362" sldId="325"/>
        </pc:sldMkLst>
        <pc:spChg chg="mod">
          <ac:chgData name="iliasidikov@dnevnik.ru" userId="5f36fc7e-1888-440f-a8f8-2af595699a1a" providerId="ADAL" clId="{7099FB1A-9E9D-40C4-98D9-DAA9B80F1336}" dt="2022-09-18T15:01:08.502" v="57" actId="12"/>
          <ac:spMkLst>
            <pc:docMk/>
            <pc:sldMk cId="3767471362" sldId="325"/>
            <ac:spMk id="26643" creationId="{00000000-0000-0000-0000-000000000000}"/>
          </ac:spMkLst>
        </pc:spChg>
      </pc:sldChg>
      <pc:sldChg chg="modSp add mod">
        <pc:chgData name="iliasidikov@dnevnik.ru" userId="5f36fc7e-1888-440f-a8f8-2af595699a1a" providerId="ADAL" clId="{7099FB1A-9E9D-40C4-98D9-DAA9B80F1336}" dt="2022-09-18T15:01:15.669" v="59"/>
        <pc:sldMkLst>
          <pc:docMk/>
          <pc:sldMk cId="1990657596" sldId="326"/>
        </pc:sldMkLst>
        <pc:spChg chg="mod">
          <ac:chgData name="iliasidikov@dnevnik.ru" userId="5f36fc7e-1888-440f-a8f8-2af595699a1a" providerId="ADAL" clId="{7099FB1A-9E9D-40C4-98D9-DAA9B80F1336}" dt="2022-09-18T15:01:15.669" v="59"/>
          <ac:spMkLst>
            <pc:docMk/>
            <pc:sldMk cId="1990657596" sldId="326"/>
            <ac:spMk id="26643" creationId="{00000000-0000-0000-0000-000000000000}"/>
          </ac:spMkLst>
        </pc:spChg>
      </pc:sldChg>
      <pc:sldChg chg="addSp delSp modSp add mod">
        <pc:chgData name="iliasidikov@dnevnik.ru" userId="5f36fc7e-1888-440f-a8f8-2af595699a1a" providerId="ADAL" clId="{7099FB1A-9E9D-40C4-98D9-DAA9B80F1336}" dt="2022-09-18T15:03:33.370" v="69" actId="1076"/>
        <pc:sldMkLst>
          <pc:docMk/>
          <pc:sldMk cId="348084279" sldId="327"/>
        </pc:sldMkLst>
        <pc:spChg chg="mod">
          <ac:chgData name="iliasidikov@dnevnik.ru" userId="5f36fc7e-1888-440f-a8f8-2af595699a1a" providerId="ADAL" clId="{7099FB1A-9E9D-40C4-98D9-DAA9B80F1336}" dt="2022-09-18T15:03:19.692" v="65"/>
          <ac:spMkLst>
            <pc:docMk/>
            <pc:sldMk cId="348084279" sldId="327"/>
            <ac:spMk id="26643" creationId="{00000000-0000-0000-0000-000000000000}"/>
          </ac:spMkLst>
        </pc:spChg>
        <pc:spChg chg="mod">
          <ac:chgData name="iliasidikov@dnevnik.ru" userId="5f36fc7e-1888-440f-a8f8-2af595699a1a" providerId="ADAL" clId="{7099FB1A-9E9D-40C4-98D9-DAA9B80F1336}" dt="2022-09-18T15:01:56.908" v="61"/>
          <ac:spMkLst>
            <pc:docMk/>
            <pc:sldMk cId="348084279" sldId="327"/>
            <ac:spMk id="26644" creationId="{00000000-0000-0000-0000-000000000000}"/>
          </ac:spMkLst>
        </pc:spChg>
        <pc:picChg chg="del">
          <ac:chgData name="iliasidikov@dnevnik.ru" userId="5f36fc7e-1888-440f-a8f8-2af595699a1a" providerId="ADAL" clId="{7099FB1A-9E9D-40C4-98D9-DAA9B80F1336}" dt="2022-09-18T15:02:15.048" v="63" actId="478"/>
          <ac:picMkLst>
            <pc:docMk/>
            <pc:sldMk cId="348084279" sldId="327"/>
            <ac:picMk id="3" creationId="{B738412C-C069-FB8B-E5D2-857180156345}"/>
          </ac:picMkLst>
        </pc:picChg>
        <pc:picChg chg="add mod">
          <ac:chgData name="iliasidikov@dnevnik.ru" userId="5f36fc7e-1888-440f-a8f8-2af595699a1a" providerId="ADAL" clId="{7099FB1A-9E9D-40C4-98D9-DAA9B80F1336}" dt="2022-09-18T15:03:33.370" v="69" actId="1076"/>
          <ac:picMkLst>
            <pc:docMk/>
            <pc:sldMk cId="348084279" sldId="327"/>
            <ac:picMk id="4" creationId="{65D6D87E-E110-4BF2-77E7-116F5B3CA282}"/>
          </ac:picMkLst>
        </pc:picChg>
      </pc:sldChg>
      <pc:sldChg chg="addSp delSp modSp add mod">
        <pc:chgData name="iliasidikov@dnevnik.ru" userId="5f36fc7e-1888-440f-a8f8-2af595699a1a" providerId="ADAL" clId="{7099FB1A-9E9D-40C4-98D9-DAA9B80F1336}" dt="2022-09-18T15:04:29.249" v="80" actId="1076"/>
        <pc:sldMkLst>
          <pc:docMk/>
          <pc:sldMk cId="3720932651" sldId="328"/>
        </pc:sldMkLst>
        <pc:spChg chg="mod">
          <ac:chgData name="iliasidikov@dnevnik.ru" userId="5f36fc7e-1888-440f-a8f8-2af595699a1a" providerId="ADAL" clId="{7099FB1A-9E9D-40C4-98D9-DAA9B80F1336}" dt="2022-09-18T15:04:12.363" v="76"/>
          <ac:spMkLst>
            <pc:docMk/>
            <pc:sldMk cId="3720932651" sldId="328"/>
            <ac:spMk id="26643" creationId="{00000000-0000-0000-0000-000000000000}"/>
          </ac:spMkLst>
        </pc:spChg>
        <pc:spChg chg="mod">
          <ac:chgData name="iliasidikov@dnevnik.ru" userId="5f36fc7e-1888-440f-a8f8-2af595699a1a" providerId="ADAL" clId="{7099FB1A-9E9D-40C4-98D9-DAA9B80F1336}" dt="2022-09-18T15:03:44.786" v="71"/>
          <ac:spMkLst>
            <pc:docMk/>
            <pc:sldMk cId="3720932651" sldId="328"/>
            <ac:spMk id="26644" creationId="{00000000-0000-0000-0000-000000000000}"/>
          </ac:spMkLst>
        </pc:spChg>
        <pc:picChg chg="add mod">
          <ac:chgData name="iliasidikov@dnevnik.ru" userId="5f36fc7e-1888-440f-a8f8-2af595699a1a" providerId="ADAL" clId="{7099FB1A-9E9D-40C4-98D9-DAA9B80F1336}" dt="2022-09-18T15:04:29.249" v="80" actId="1076"/>
          <ac:picMkLst>
            <pc:docMk/>
            <pc:sldMk cId="3720932651" sldId="328"/>
            <ac:picMk id="3" creationId="{B953EF98-49A4-2D29-AB19-CD68DB647E24}"/>
          </ac:picMkLst>
        </pc:picChg>
        <pc:picChg chg="del">
          <ac:chgData name="iliasidikov@dnevnik.ru" userId="5f36fc7e-1888-440f-a8f8-2af595699a1a" providerId="ADAL" clId="{7099FB1A-9E9D-40C4-98D9-DAA9B80F1336}" dt="2022-09-18T15:03:54.582" v="73" actId="478"/>
          <ac:picMkLst>
            <pc:docMk/>
            <pc:sldMk cId="3720932651" sldId="328"/>
            <ac:picMk id="4" creationId="{65D6D87E-E110-4BF2-77E7-116F5B3CA282}"/>
          </ac:picMkLst>
        </pc:picChg>
      </pc:sldChg>
      <pc:sldChg chg="addSp delSp modSp add mod">
        <pc:chgData name="iliasidikov@dnevnik.ru" userId="5f36fc7e-1888-440f-a8f8-2af595699a1a" providerId="ADAL" clId="{7099FB1A-9E9D-40C4-98D9-DAA9B80F1336}" dt="2022-09-18T15:05:22.252" v="90" actId="20577"/>
        <pc:sldMkLst>
          <pc:docMk/>
          <pc:sldMk cId="64669110" sldId="329"/>
        </pc:sldMkLst>
        <pc:spChg chg="mod">
          <ac:chgData name="iliasidikov@dnevnik.ru" userId="5f36fc7e-1888-440f-a8f8-2af595699a1a" providerId="ADAL" clId="{7099FB1A-9E9D-40C4-98D9-DAA9B80F1336}" dt="2022-09-18T15:05:22.252" v="90" actId="20577"/>
          <ac:spMkLst>
            <pc:docMk/>
            <pc:sldMk cId="64669110" sldId="329"/>
            <ac:spMk id="26643" creationId="{00000000-0000-0000-0000-000000000000}"/>
          </ac:spMkLst>
        </pc:spChg>
        <pc:spChg chg="mod">
          <ac:chgData name="iliasidikov@dnevnik.ru" userId="5f36fc7e-1888-440f-a8f8-2af595699a1a" providerId="ADAL" clId="{7099FB1A-9E9D-40C4-98D9-DAA9B80F1336}" dt="2022-09-18T15:04:41.664" v="82"/>
          <ac:spMkLst>
            <pc:docMk/>
            <pc:sldMk cId="64669110" sldId="329"/>
            <ac:spMk id="26644" creationId="{00000000-0000-0000-0000-000000000000}"/>
          </ac:spMkLst>
        </pc:spChg>
        <pc:picChg chg="del">
          <ac:chgData name="iliasidikov@dnevnik.ru" userId="5f36fc7e-1888-440f-a8f8-2af595699a1a" providerId="ADAL" clId="{7099FB1A-9E9D-40C4-98D9-DAA9B80F1336}" dt="2022-09-18T15:05:06.012" v="85" actId="478"/>
          <ac:picMkLst>
            <pc:docMk/>
            <pc:sldMk cId="64669110" sldId="329"/>
            <ac:picMk id="3" creationId="{B953EF98-49A4-2D29-AB19-CD68DB647E24}"/>
          </ac:picMkLst>
        </pc:picChg>
        <pc:picChg chg="add mod">
          <ac:chgData name="iliasidikov@dnevnik.ru" userId="5f36fc7e-1888-440f-a8f8-2af595699a1a" providerId="ADAL" clId="{7099FB1A-9E9D-40C4-98D9-DAA9B80F1336}" dt="2022-09-18T15:05:20.004" v="89" actId="1076"/>
          <ac:picMkLst>
            <pc:docMk/>
            <pc:sldMk cId="64669110" sldId="329"/>
            <ac:picMk id="4" creationId="{A168D8EC-92E3-D02F-0EF3-3B19CD168389}"/>
          </ac:picMkLst>
        </pc:picChg>
      </pc:sldChg>
      <pc:sldChg chg="modSp add mod">
        <pc:chgData name="iliasidikov@dnevnik.ru" userId="5f36fc7e-1888-440f-a8f8-2af595699a1a" providerId="ADAL" clId="{7099FB1A-9E9D-40C4-98D9-DAA9B80F1336}" dt="2022-09-18T15:09:12.090" v="104"/>
        <pc:sldMkLst>
          <pc:docMk/>
          <pc:sldMk cId="3636131859" sldId="330"/>
        </pc:sldMkLst>
        <pc:spChg chg="mod">
          <ac:chgData name="iliasidikov@dnevnik.ru" userId="5f36fc7e-1888-440f-a8f8-2af595699a1a" providerId="ADAL" clId="{7099FB1A-9E9D-40C4-98D9-DAA9B80F1336}" dt="2022-09-18T15:09:12.090" v="104"/>
          <ac:spMkLst>
            <pc:docMk/>
            <pc:sldMk cId="3636131859" sldId="330"/>
            <ac:spMk id="26643" creationId="{00000000-0000-0000-0000-000000000000}"/>
          </ac:spMkLst>
        </pc:spChg>
        <pc:spChg chg="mod">
          <ac:chgData name="iliasidikov@dnevnik.ru" userId="5f36fc7e-1888-440f-a8f8-2af595699a1a" providerId="ADAL" clId="{7099FB1A-9E9D-40C4-98D9-DAA9B80F1336}" dt="2022-09-18T15:06:27.217" v="100" actId="20577"/>
          <ac:spMkLst>
            <pc:docMk/>
            <pc:sldMk cId="3636131859" sldId="330"/>
            <ac:spMk id="26644" creationId="{00000000-0000-0000-0000-000000000000}"/>
          </ac:spMkLst>
        </pc:spChg>
      </pc:sldChg>
      <pc:sldChg chg="modSp add mod">
        <pc:chgData name="iliasidikov@dnevnik.ru" userId="5f36fc7e-1888-440f-a8f8-2af595699a1a" providerId="ADAL" clId="{7099FB1A-9E9D-40C4-98D9-DAA9B80F1336}" dt="2022-09-18T15:09:43.459" v="120"/>
        <pc:sldMkLst>
          <pc:docMk/>
          <pc:sldMk cId="1703103641" sldId="331"/>
        </pc:sldMkLst>
        <pc:spChg chg="mod">
          <ac:chgData name="iliasidikov@dnevnik.ru" userId="5f36fc7e-1888-440f-a8f8-2af595699a1a" providerId="ADAL" clId="{7099FB1A-9E9D-40C4-98D9-DAA9B80F1336}" dt="2022-09-18T15:09:43.459" v="120"/>
          <ac:spMkLst>
            <pc:docMk/>
            <pc:sldMk cId="1703103641" sldId="331"/>
            <ac:spMk id="26643" creationId="{00000000-0000-0000-0000-000000000000}"/>
          </ac:spMkLst>
        </pc:spChg>
        <pc:spChg chg="mod">
          <ac:chgData name="iliasidikov@dnevnik.ru" userId="5f36fc7e-1888-440f-a8f8-2af595699a1a" providerId="ADAL" clId="{7099FB1A-9E9D-40C4-98D9-DAA9B80F1336}" dt="2022-09-18T15:09:25.055" v="118" actId="20577"/>
          <ac:spMkLst>
            <pc:docMk/>
            <pc:sldMk cId="1703103641" sldId="331"/>
            <ac:spMk id="26644" creationId="{00000000-0000-0000-0000-000000000000}"/>
          </ac:spMkLst>
        </pc:spChg>
      </pc:sldChg>
      <pc:sldChg chg="modSp add mod">
        <pc:chgData name="iliasidikov@dnevnik.ru" userId="5f36fc7e-1888-440f-a8f8-2af595699a1a" providerId="ADAL" clId="{7099FB1A-9E9D-40C4-98D9-DAA9B80F1336}" dt="2022-09-18T15:10:34.199" v="122" actId="20577"/>
        <pc:sldMkLst>
          <pc:docMk/>
          <pc:sldMk cId="2159374721" sldId="332"/>
        </pc:sldMkLst>
        <pc:spChg chg="mod">
          <ac:chgData name="iliasidikov@dnevnik.ru" userId="5f36fc7e-1888-440f-a8f8-2af595699a1a" providerId="ADAL" clId="{7099FB1A-9E9D-40C4-98D9-DAA9B80F1336}" dt="2022-09-18T15:10:34.199" v="122" actId="20577"/>
          <ac:spMkLst>
            <pc:docMk/>
            <pc:sldMk cId="2159374721" sldId="332"/>
            <ac:spMk id="26643" creationId="{00000000-0000-0000-0000-000000000000}"/>
          </ac:spMkLst>
        </pc:spChg>
      </pc:sldChg>
      <pc:sldChg chg="modSp add mod">
        <pc:chgData name="iliasidikov@dnevnik.ru" userId="5f36fc7e-1888-440f-a8f8-2af595699a1a" providerId="ADAL" clId="{7099FB1A-9E9D-40C4-98D9-DAA9B80F1336}" dt="2022-09-18T15:11:21.775" v="135" actId="12"/>
        <pc:sldMkLst>
          <pc:docMk/>
          <pc:sldMk cId="997891450" sldId="333"/>
        </pc:sldMkLst>
        <pc:spChg chg="mod">
          <ac:chgData name="iliasidikov@dnevnik.ru" userId="5f36fc7e-1888-440f-a8f8-2af595699a1a" providerId="ADAL" clId="{7099FB1A-9E9D-40C4-98D9-DAA9B80F1336}" dt="2022-09-18T15:11:21.775" v="135" actId="12"/>
          <ac:spMkLst>
            <pc:docMk/>
            <pc:sldMk cId="997891450" sldId="333"/>
            <ac:spMk id="26643" creationId="{00000000-0000-0000-0000-000000000000}"/>
          </ac:spMkLst>
        </pc:spChg>
        <pc:spChg chg="mod">
          <ac:chgData name="iliasidikov@dnevnik.ru" userId="5f36fc7e-1888-440f-a8f8-2af595699a1a" providerId="ADAL" clId="{7099FB1A-9E9D-40C4-98D9-DAA9B80F1336}" dt="2022-09-18T15:10:41.307" v="131" actId="20577"/>
          <ac:spMkLst>
            <pc:docMk/>
            <pc:sldMk cId="997891450" sldId="333"/>
            <ac:spMk id="26644" creationId="{00000000-0000-0000-0000-000000000000}"/>
          </ac:spMkLst>
        </pc:spChg>
      </pc:sldChg>
      <pc:sldChg chg="modSp add mod">
        <pc:chgData name="iliasidikov@dnevnik.ru" userId="5f36fc7e-1888-440f-a8f8-2af595699a1a" providerId="ADAL" clId="{7099FB1A-9E9D-40C4-98D9-DAA9B80F1336}" dt="2022-09-25T11:02:38.706" v="149" actId="12"/>
        <pc:sldMkLst>
          <pc:docMk/>
          <pc:sldMk cId="3138904228" sldId="334"/>
        </pc:sldMkLst>
        <pc:spChg chg="mod">
          <ac:chgData name="iliasidikov@dnevnik.ru" userId="5f36fc7e-1888-440f-a8f8-2af595699a1a" providerId="ADAL" clId="{7099FB1A-9E9D-40C4-98D9-DAA9B80F1336}" dt="2022-09-25T11:02:38.706" v="149" actId="12"/>
          <ac:spMkLst>
            <pc:docMk/>
            <pc:sldMk cId="3138904228" sldId="334"/>
            <ac:spMk id="26643" creationId="{00000000-0000-0000-0000-000000000000}"/>
          </ac:spMkLst>
        </pc:spChg>
        <pc:spChg chg="mod">
          <ac:chgData name="iliasidikov@dnevnik.ru" userId="5f36fc7e-1888-440f-a8f8-2af595699a1a" providerId="ADAL" clId="{7099FB1A-9E9D-40C4-98D9-DAA9B80F1336}" dt="2022-09-25T11:00:56.902" v="138" actId="20577"/>
          <ac:spMkLst>
            <pc:docMk/>
            <pc:sldMk cId="3138904228" sldId="334"/>
            <ac:spMk id="26644" creationId="{00000000-0000-0000-0000-000000000000}"/>
          </ac:spMkLst>
        </pc:spChg>
      </pc:sldChg>
      <pc:sldChg chg="modSp add mod">
        <pc:chgData name="iliasidikov@dnevnik.ru" userId="5f36fc7e-1888-440f-a8f8-2af595699a1a" providerId="ADAL" clId="{7099FB1A-9E9D-40C4-98D9-DAA9B80F1336}" dt="2022-09-25T11:03:29.877" v="155" actId="20577"/>
        <pc:sldMkLst>
          <pc:docMk/>
          <pc:sldMk cId="2723050104" sldId="335"/>
        </pc:sldMkLst>
        <pc:spChg chg="mod">
          <ac:chgData name="iliasidikov@dnevnik.ru" userId="5f36fc7e-1888-440f-a8f8-2af595699a1a" providerId="ADAL" clId="{7099FB1A-9E9D-40C4-98D9-DAA9B80F1336}" dt="2022-09-25T11:03:29.877" v="155" actId="20577"/>
          <ac:spMkLst>
            <pc:docMk/>
            <pc:sldMk cId="2723050104" sldId="335"/>
            <ac:spMk id="26643" creationId="{00000000-0000-0000-0000-000000000000}"/>
          </ac:spMkLst>
        </pc:spChg>
        <pc:spChg chg="mod">
          <ac:chgData name="iliasidikov@dnevnik.ru" userId="5f36fc7e-1888-440f-a8f8-2af595699a1a" providerId="ADAL" clId="{7099FB1A-9E9D-40C4-98D9-DAA9B80F1336}" dt="2022-09-25T11:03:14.865" v="152" actId="20577"/>
          <ac:spMkLst>
            <pc:docMk/>
            <pc:sldMk cId="2723050104" sldId="335"/>
            <ac:spMk id="26644" creationId="{00000000-0000-0000-0000-000000000000}"/>
          </ac:spMkLst>
        </pc:spChg>
      </pc:sldChg>
      <pc:sldChg chg="addSp delSp modSp add mod">
        <pc:chgData name="iliasidikov@dnevnik.ru" userId="5f36fc7e-1888-440f-a8f8-2af595699a1a" providerId="ADAL" clId="{7099FB1A-9E9D-40C4-98D9-DAA9B80F1336}" dt="2022-09-25T11:03:55.905" v="160" actId="1076"/>
        <pc:sldMkLst>
          <pc:docMk/>
          <pc:sldMk cId="2209524366" sldId="336"/>
        </pc:sldMkLst>
        <pc:spChg chg="del">
          <ac:chgData name="iliasidikov@dnevnik.ru" userId="5f36fc7e-1888-440f-a8f8-2af595699a1a" providerId="ADAL" clId="{7099FB1A-9E9D-40C4-98D9-DAA9B80F1336}" dt="2022-09-25T11:03:51.183" v="157" actId="478"/>
          <ac:spMkLst>
            <pc:docMk/>
            <pc:sldMk cId="2209524366" sldId="336"/>
            <ac:spMk id="26643" creationId="{00000000-0000-0000-0000-000000000000}"/>
          </ac:spMkLst>
        </pc:spChg>
        <pc:picChg chg="add mod">
          <ac:chgData name="iliasidikov@dnevnik.ru" userId="5f36fc7e-1888-440f-a8f8-2af595699a1a" providerId="ADAL" clId="{7099FB1A-9E9D-40C4-98D9-DAA9B80F1336}" dt="2022-09-25T11:03:55.905" v="160" actId="1076"/>
          <ac:picMkLst>
            <pc:docMk/>
            <pc:sldMk cId="2209524366" sldId="336"/>
            <ac:picMk id="3" creationId="{670EDE69-6500-7DCE-8FB1-54C7F26DD59B}"/>
          </ac:picMkLst>
        </pc:picChg>
      </pc:sldChg>
      <pc:sldChg chg="addSp delSp modSp add mod">
        <pc:chgData name="iliasidikov@dnevnik.ru" userId="5f36fc7e-1888-440f-a8f8-2af595699a1a" providerId="ADAL" clId="{7099FB1A-9E9D-40C4-98D9-DAA9B80F1336}" dt="2022-09-25T11:04:42.342" v="179"/>
        <pc:sldMkLst>
          <pc:docMk/>
          <pc:sldMk cId="972290396" sldId="337"/>
        </pc:sldMkLst>
        <pc:spChg chg="mod">
          <ac:chgData name="iliasidikov@dnevnik.ru" userId="5f36fc7e-1888-440f-a8f8-2af595699a1a" providerId="ADAL" clId="{7099FB1A-9E9D-40C4-98D9-DAA9B80F1336}" dt="2022-09-25T11:04:27.888" v="174" actId="20577"/>
          <ac:spMkLst>
            <pc:docMk/>
            <pc:sldMk cId="972290396" sldId="337"/>
            <ac:spMk id="26643" creationId="{00000000-0000-0000-0000-000000000000}"/>
          </ac:spMkLst>
        </pc:spChg>
        <pc:spChg chg="mod">
          <ac:chgData name="iliasidikov@dnevnik.ru" userId="5f36fc7e-1888-440f-a8f8-2af595699a1a" providerId="ADAL" clId="{7099FB1A-9E9D-40C4-98D9-DAA9B80F1336}" dt="2022-09-25T11:04:17.419" v="163" actId="20577"/>
          <ac:spMkLst>
            <pc:docMk/>
            <pc:sldMk cId="972290396" sldId="337"/>
            <ac:spMk id="26644" creationId="{00000000-0000-0000-0000-000000000000}"/>
          </ac:spMkLst>
        </pc:spChg>
        <pc:picChg chg="add mod">
          <ac:chgData name="iliasidikov@dnevnik.ru" userId="5f36fc7e-1888-440f-a8f8-2af595699a1a" providerId="ADAL" clId="{7099FB1A-9E9D-40C4-98D9-DAA9B80F1336}" dt="2022-09-25T11:04:40.288" v="177" actId="1076"/>
          <ac:picMkLst>
            <pc:docMk/>
            <pc:sldMk cId="972290396" sldId="337"/>
            <ac:picMk id="3" creationId="{DB55377A-F765-F42A-A686-BFFA2F1AC570}"/>
          </ac:picMkLst>
        </pc:picChg>
        <pc:picChg chg="add del mod">
          <ac:chgData name="iliasidikov@dnevnik.ru" userId="5f36fc7e-1888-440f-a8f8-2af595699a1a" providerId="ADAL" clId="{7099FB1A-9E9D-40C4-98D9-DAA9B80F1336}" dt="2022-09-25T11:04:42.342" v="179"/>
          <ac:picMkLst>
            <pc:docMk/>
            <pc:sldMk cId="972290396" sldId="337"/>
            <ac:picMk id="4" creationId="{A1731F7F-50D2-AD81-EC85-26C2DF1BCC83}"/>
          </ac:picMkLst>
        </pc:picChg>
      </pc:sldChg>
      <pc:sldChg chg="addSp delSp modSp add mod">
        <pc:chgData name="iliasidikov@dnevnik.ru" userId="5f36fc7e-1888-440f-a8f8-2af595699a1a" providerId="ADAL" clId="{7099FB1A-9E9D-40C4-98D9-DAA9B80F1336}" dt="2022-09-25T11:07:13.066" v="190"/>
        <pc:sldMkLst>
          <pc:docMk/>
          <pc:sldMk cId="3070087590" sldId="338"/>
        </pc:sldMkLst>
        <pc:spChg chg="mod">
          <ac:chgData name="iliasidikov@dnevnik.ru" userId="5f36fc7e-1888-440f-a8f8-2af595699a1a" providerId="ADAL" clId="{7099FB1A-9E9D-40C4-98D9-DAA9B80F1336}" dt="2022-09-25T11:06:25.301" v="185" actId="20577"/>
          <ac:spMkLst>
            <pc:docMk/>
            <pc:sldMk cId="3070087590" sldId="338"/>
            <ac:spMk id="26643" creationId="{00000000-0000-0000-0000-000000000000}"/>
          </ac:spMkLst>
        </pc:spChg>
        <pc:spChg chg="mod">
          <ac:chgData name="iliasidikov@dnevnik.ru" userId="5f36fc7e-1888-440f-a8f8-2af595699a1a" providerId="ADAL" clId="{7099FB1A-9E9D-40C4-98D9-DAA9B80F1336}" dt="2022-09-25T11:06:07.147" v="181"/>
          <ac:spMkLst>
            <pc:docMk/>
            <pc:sldMk cId="3070087590" sldId="338"/>
            <ac:spMk id="26644" creationId="{00000000-0000-0000-0000-000000000000}"/>
          </ac:spMkLst>
        </pc:spChg>
        <pc:picChg chg="del">
          <ac:chgData name="iliasidikov@dnevnik.ru" userId="5f36fc7e-1888-440f-a8f8-2af595699a1a" providerId="ADAL" clId="{7099FB1A-9E9D-40C4-98D9-DAA9B80F1336}" dt="2022-09-25T11:06:10.896" v="182" actId="478"/>
          <ac:picMkLst>
            <pc:docMk/>
            <pc:sldMk cId="3070087590" sldId="338"/>
            <ac:picMk id="3" creationId="{DB55377A-F765-F42A-A686-BFFA2F1AC570}"/>
          </ac:picMkLst>
        </pc:picChg>
        <pc:picChg chg="add mod">
          <ac:chgData name="iliasidikov@dnevnik.ru" userId="5f36fc7e-1888-440f-a8f8-2af595699a1a" providerId="ADAL" clId="{7099FB1A-9E9D-40C4-98D9-DAA9B80F1336}" dt="2022-09-25T11:06:36.752" v="188" actId="1076"/>
          <ac:picMkLst>
            <pc:docMk/>
            <pc:sldMk cId="3070087590" sldId="338"/>
            <ac:picMk id="4" creationId="{759F9989-CE02-CCDF-7C92-F4BD4F9E8A4D}"/>
          </ac:picMkLst>
        </pc:picChg>
        <pc:picChg chg="add del mod">
          <ac:chgData name="iliasidikov@dnevnik.ru" userId="5f36fc7e-1888-440f-a8f8-2af595699a1a" providerId="ADAL" clId="{7099FB1A-9E9D-40C4-98D9-DAA9B80F1336}" dt="2022-09-25T11:07:13.066" v="190"/>
          <ac:picMkLst>
            <pc:docMk/>
            <pc:sldMk cId="3070087590" sldId="338"/>
            <ac:picMk id="5" creationId="{E41CFE25-5E3D-5923-C5B7-BDB5F5925A55}"/>
          </ac:picMkLst>
        </pc:picChg>
      </pc:sldChg>
      <pc:sldChg chg="addSp delSp modSp add mod">
        <pc:chgData name="iliasidikov@dnevnik.ru" userId="5f36fc7e-1888-440f-a8f8-2af595699a1a" providerId="ADAL" clId="{7099FB1A-9E9D-40C4-98D9-DAA9B80F1336}" dt="2022-09-25T11:07:43.466" v="198" actId="1076"/>
        <pc:sldMkLst>
          <pc:docMk/>
          <pc:sldMk cId="235091629" sldId="339"/>
        </pc:sldMkLst>
        <pc:spChg chg="mod">
          <ac:chgData name="iliasidikov@dnevnik.ru" userId="5f36fc7e-1888-440f-a8f8-2af595699a1a" providerId="ADAL" clId="{7099FB1A-9E9D-40C4-98D9-DAA9B80F1336}" dt="2022-09-25T11:07:26.064" v="193"/>
          <ac:spMkLst>
            <pc:docMk/>
            <pc:sldMk cId="235091629" sldId="339"/>
            <ac:spMk id="26643" creationId="{00000000-0000-0000-0000-000000000000}"/>
          </ac:spMkLst>
        </pc:spChg>
        <pc:spChg chg="mod">
          <ac:chgData name="iliasidikov@dnevnik.ru" userId="5f36fc7e-1888-440f-a8f8-2af595699a1a" providerId="ADAL" clId="{7099FB1A-9E9D-40C4-98D9-DAA9B80F1336}" dt="2022-09-25T11:07:18.645" v="192"/>
          <ac:spMkLst>
            <pc:docMk/>
            <pc:sldMk cId="235091629" sldId="339"/>
            <ac:spMk id="26644" creationId="{00000000-0000-0000-0000-000000000000}"/>
          </ac:spMkLst>
        </pc:spChg>
        <pc:picChg chg="add mod">
          <ac:chgData name="iliasidikov@dnevnik.ru" userId="5f36fc7e-1888-440f-a8f8-2af595699a1a" providerId="ADAL" clId="{7099FB1A-9E9D-40C4-98D9-DAA9B80F1336}" dt="2022-09-25T11:07:43.466" v="198" actId="1076"/>
          <ac:picMkLst>
            <pc:docMk/>
            <pc:sldMk cId="235091629" sldId="339"/>
            <ac:picMk id="3" creationId="{C953D461-A301-DD6D-6701-A9886B505402}"/>
          </ac:picMkLst>
        </pc:picChg>
        <pc:picChg chg="del">
          <ac:chgData name="iliasidikov@dnevnik.ru" userId="5f36fc7e-1888-440f-a8f8-2af595699a1a" providerId="ADAL" clId="{7099FB1A-9E9D-40C4-98D9-DAA9B80F1336}" dt="2022-09-25T11:07:28.117" v="194" actId="478"/>
          <ac:picMkLst>
            <pc:docMk/>
            <pc:sldMk cId="235091629" sldId="339"/>
            <ac:picMk id="4" creationId="{759F9989-CE02-CCDF-7C92-F4BD4F9E8A4D}"/>
          </ac:picMkLst>
        </pc:picChg>
      </pc:sldChg>
      <pc:sldChg chg="delSp modSp add mod">
        <pc:chgData name="iliasidikov@dnevnik.ru" userId="5f36fc7e-1888-440f-a8f8-2af595699a1a" providerId="ADAL" clId="{7099FB1A-9E9D-40C4-98D9-DAA9B80F1336}" dt="2022-09-25T11:08:59.677" v="204"/>
        <pc:sldMkLst>
          <pc:docMk/>
          <pc:sldMk cId="2348628194" sldId="340"/>
        </pc:sldMkLst>
        <pc:spChg chg="mod">
          <ac:chgData name="iliasidikov@dnevnik.ru" userId="5f36fc7e-1888-440f-a8f8-2af595699a1a" providerId="ADAL" clId="{7099FB1A-9E9D-40C4-98D9-DAA9B80F1336}" dt="2022-09-25T11:08:59.677" v="204"/>
          <ac:spMkLst>
            <pc:docMk/>
            <pc:sldMk cId="2348628194" sldId="340"/>
            <ac:spMk id="26643" creationId="{00000000-0000-0000-0000-000000000000}"/>
          </ac:spMkLst>
        </pc:spChg>
        <pc:picChg chg="del">
          <ac:chgData name="iliasidikov@dnevnik.ru" userId="5f36fc7e-1888-440f-a8f8-2af595699a1a" providerId="ADAL" clId="{7099FB1A-9E9D-40C4-98D9-DAA9B80F1336}" dt="2022-09-25T11:07:57.960" v="200" actId="478"/>
          <ac:picMkLst>
            <pc:docMk/>
            <pc:sldMk cId="2348628194" sldId="340"/>
            <ac:picMk id="3" creationId="{C953D461-A301-DD6D-6701-A9886B505402}"/>
          </ac:picMkLst>
        </pc:picChg>
      </pc:sldChg>
      <pc:sldChg chg="modSp add mod">
        <pc:chgData name="iliasidikov@dnevnik.ru" userId="5f36fc7e-1888-440f-a8f8-2af595699a1a" providerId="ADAL" clId="{7099FB1A-9E9D-40C4-98D9-DAA9B80F1336}" dt="2022-09-25T11:10:24.984" v="218"/>
        <pc:sldMkLst>
          <pc:docMk/>
          <pc:sldMk cId="67844516" sldId="341"/>
        </pc:sldMkLst>
        <pc:spChg chg="mod">
          <ac:chgData name="iliasidikov@dnevnik.ru" userId="5f36fc7e-1888-440f-a8f8-2af595699a1a" providerId="ADAL" clId="{7099FB1A-9E9D-40C4-98D9-DAA9B80F1336}" dt="2022-09-25T11:10:24.984" v="218"/>
          <ac:spMkLst>
            <pc:docMk/>
            <pc:sldMk cId="67844516" sldId="341"/>
            <ac:spMk id="26643" creationId="{00000000-0000-0000-0000-000000000000}"/>
          </ac:spMkLst>
        </pc:spChg>
        <pc:spChg chg="mod">
          <ac:chgData name="iliasidikov@dnevnik.ru" userId="5f36fc7e-1888-440f-a8f8-2af595699a1a" providerId="ADAL" clId="{7099FB1A-9E9D-40C4-98D9-DAA9B80F1336}" dt="2022-09-25T11:09:53.154" v="217" actId="20577"/>
          <ac:spMkLst>
            <pc:docMk/>
            <pc:sldMk cId="67844516" sldId="341"/>
            <ac:spMk id="26644" creationId="{00000000-0000-0000-0000-000000000000}"/>
          </ac:spMkLst>
        </pc:spChg>
      </pc:sldChg>
      <pc:sldChg chg="modSp add mod">
        <pc:chgData name="iliasidikov@dnevnik.ru" userId="5f36fc7e-1888-440f-a8f8-2af595699a1a" providerId="ADAL" clId="{7099FB1A-9E9D-40C4-98D9-DAA9B80F1336}" dt="2022-09-25T11:10:57.061" v="226"/>
        <pc:sldMkLst>
          <pc:docMk/>
          <pc:sldMk cId="2706899401" sldId="342"/>
        </pc:sldMkLst>
        <pc:spChg chg="mod">
          <ac:chgData name="iliasidikov@dnevnik.ru" userId="5f36fc7e-1888-440f-a8f8-2af595699a1a" providerId="ADAL" clId="{7099FB1A-9E9D-40C4-98D9-DAA9B80F1336}" dt="2022-09-25T11:10:57.061" v="226"/>
          <ac:spMkLst>
            <pc:docMk/>
            <pc:sldMk cId="2706899401" sldId="342"/>
            <ac:spMk id="26643" creationId="{00000000-0000-0000-0000-000000000000}"/>
          </ac:spMkLst>
        </pc:spChg>
        <pc:spChg chg="mod">
          <ac:chgData name="iliasidikov@dnevnik.ru" userId="5f36fc7e-1888-440f-a8f8-2af595699a1a" providerId="ADAL" clId="{7099FB1A-9E9D-40C4-98D9-DAA9B80F1336}" dt="2022-09-25T11:10:46.789" v="225" actId="20577"/>
          <ac:spMkLst>
            <pc:docMk/>
            <pc:sldMk cId="2706899401" sldId="342"/>
            <ac:spMk id="26644" creationId="{00000000-0000-0000-0000-000000000000}"/>
          </ac:spMkLst>
        </pc:spChg>
      </pc:sldChg>
      <pc:sldChg chg="addSp delSp modSp add mod">
        <pc:chgData name="iliasidikov@dnevnik.ru" userId="5f36fc7e-1888-440f-a8f8-2af595699a1a" providerId="ADAL" clId="{7099FB1A-9E9D-40C4-98D9-DAA9B80F1336}" dt="2022-09-25T11:16:24.298" v="234" actId="1076"/>
        <pc:sldMkLst>
          <pc:docMk/>
          <pc:sldMk cId="3218525972" sldId="343"/>
        </pc:sldMkLst>
        <pc:spChg chg="mod">
          <ac:chgData name="iliasidikov@dnevnik.ru" userId="5f36fc7e-1888-440f-a8f8-2af595699a1a" providerId="ADAL" clId="{7099FB1A-9E9D-40C4-98D9-DAA9B80F1336}" dt="2022-09-25T11:14:44.070" v="229"/>
          <ac:spMkLst>
            <pc:docMk/>
            <pc:sldMk cId="3218525972" sldId="343"/>
            <ac:spMk id="26643" creationId="{00000000-0000-0000-0000-000000000000}"/>
          </ac:spMkLst>
        </pc:spChg>
        <pc:spChg chg="mod">
          <ac:chgData name="iliasidikov@dnevnik.ru" userId="5f36fc7e-1888-440f-a8f8-2af595699a1a" providerId="ADAL" clId="{7099FB1A-9E9D-40C4-98D9-DAA9B80F1336}" dt="2022-09-25T11:14:30.028" v="228"/>
          <ac:spMkLst>
            <pc:docMk/>
            <pc:sldMk cId="3218525972" sldId="343"/>
            <ac:spMk id="26644" creationId="{00000000-0000-0000-0000-000000000000}"/>
          </ac:spMkLst>
        </pc:spChg>
        <pc:picChg chg="del">
          <ac:chgData name="iliasidikov@dnevnik.ru" userId="5f36fc7e-1888-440f-a8f8-2af595699a1a" providerId="ADAL" clId="{7099FB1A-9E9D-40C4-98D9-DAA9B80F1336}" dt="2022-09-25T11:14:45.825" v="230" actId="478"/>
          <ac:picMkLst>
            <pc:docMk/>
            <pc:sldMk cId="3218525972" sldId="343"/>
            <ac:picMk id="3" creationId="{DB55377A-F765-F42A-A686-BFFA2F1AC570}"/>
          </ac:picMkLst>
        </pc:picChg>
        <pc:picChg chg="add mod">
          <ac:chgData name="iliasidikov@dnevnik.ru" userId="5f36fc7e-1888-440f-a8f8-2af595699a1a" providerId="ADAL" clId="{7099FB1A-9E9D-40C4-98D9-DAA9B80F1336}" dt="2022-09-25T11:16:24.298" v="234" actId="1076"/>
          <ac:picMkLst>
            <pc:docMk/>
            <pc:sldMk cId="3218525972" sldId="343"/>
            <ac:picMk id="4" creationId="{7D2E4E82-F021-EB0E-97E0-1780044969F2}"/>
          </ac:picMkLst>
        </pc:picChg>
      </pc:sldChg>
    </pc:docChg>
  </pc:docChgLst>
  <pc:docChgLst>
    <pc:chgData name="iliasidikov@dnevnik.ru" userId="5f36fc7e-1888-440f-a8f8-2af595699a1a" providerId="ADAL" clId="{4671DF03-9745-46D0-86FC-74E0890D9F97}"/>
    <pc:docChg chg="undo custSel addSld delSld modSld sldOrd addSection delSection modSection">
      <pc:chgData name="iliasidikov@dnevnik.ru" userId="5f36fc7e-1888-440f-a8f8-2af595699a1a" providerId="ADAL" clId="{4671DF03-9745-46D0-86FC-74E0890D9F97}" dt="2021-07-18T17:14:16.831" v="150" actId="14100"/>
      <pc:docMkLst>
        <pc:docMk/>
      </pc:docMkLst>
      <pc:sldChg chg="add del">
        <pc:chgData name="iliasidikov@dnevnik.ru" userId="5f36fc7e-1888-440f-a8f8-2af595699a1a" providerId="ADAL" clId="{4671DF03-9745-46D0-86FC-74E0890D9F97}" dt="2021-07-18T17:03:08.774" v="16"/>
        <pc:sldMkLst>
          <pc:docMk/>
          <pc:sldMk cId="12731941" sldId="300"/>
        </pc:sldMkLst>
      </pc:sldChg>
      <pc:sldChg chg="addSp delSp modSp new del mod chgLayout">
        <pc:chgData name="iliasidikov@dnevnik.ru" userId="5f36fc7e-1888-440f-a8f8-2af595699a1a" providerId="ADAL" clId="{4671DF03-9745-46D0-86FC-74E0890D9F97}" dt="2021-07-18T17:00:35.357" v="2" actId="47"/>
        <pc:sldMkLst>
          <pc:docMk/>
          <pc:sldMk cId="3058031703" sldId="300"/>
        </pc:sldMkLst>
        <pc:spChg chg="del">
          <ac:chgData name="iliasidikov@dnevnik.ru" userId="5f36fc7e-1888-440f-a8f8-2af595699a1a" providerId="ADAL" clId="{4671DF03-9745-46D0-86FC-74E0890D9F97}" dt="2021-07-18T17:00:25.230" v="1" actId="6264"/>
          <ac:spMkLst>
            <pc:docMk/>
            <pc:sldMk cId="3058031703" sldId="300"/>
            <ac:spMk id="2" creationId="{E174605E-4FCB-4AF7-9087-446B77AB4BEE}"/>
          </ac:spMkLst>
        </pc:spChg>
        <pc:spChg chg="del">
          <ac:chgData name="iliasidikov@dnevnik.ru" userId="5f36fc7e-1888-440f-a8f8-2af595699a1a" providerId="ADAL" clId="{4671DF03-9745-46D0-86FC-74E0890D9F97}" dt="2021-07-18T17:00:25.230" v="1" actId="6264"/>
          <ac:spMkLst>
            <pc:docMk/>
            <pc:sldMk cId="3058031703" sldId="300"/>
            <ac:spMk id="3" creationId="{F83BD4F3-F5BF-40E1-97D4-C4F12BE76052}"/>
          </ac:spMkLst>
        </pc:spChg>
        <pc:spChg chg="add mod ord">
          <ac:chgData name="iliasidikov@dnevnik.ru" userId="5f36fc7e-1888-440f-a8f8-2af595699a1a" providerId="ADAL" clId="{4671DF03-9745-46D0-86FC-74E0890D9F97}" dt="2021-07-18T17:00:25.230" v="1" actId="6264"/>
          <ac:spMkLst>
            <pc:docMk/>
            <pc:sldMk cId="3058031703" sldId="300"/>
            <ac:spMk id="4" creationId="{E006B27C-DA6F-455F-8BE8-C518067E6A7B}"/>
          </ac:spMkLst>
        </pc:spChg>
        <pc:spChg chg="add mod ord">
          <ac:chgData name="iliasidikov@dnevnik.ru" userId="5f36fc7e-1888-440f-a8f8-2af595699a1a" providerId="ADAL" clId="{4671DF03-9745-46D0-86FC-74E0890D9F97}" dt="2021-07-18T17:00:25.230" v="1" actId="6264"/>
          <ac:spMkLst>
            <pc:docMk/>
            <pc:sldMk cId="3058031703" sldId="300"/>
            <ac:spMk id="5" creationId="{825EC5DB-4484-431A-847D-1E84A0C21366}"/>
          </ac:spMkLst>
        </pc:spChg>
      </pc:sldChg>
      <pc:sldChg chg="delSp modSp add mod ord">
        <pc:chgData name="iliasidikov@dnevnik.ru" userId="5f36fc7e-1888-440f-a8f8-2af595699a1a" providerId="ADAL" clId="{4671DF03-9745-46D0-86FC-74E0890D9F97}" dt="2021-07-18T17:07:05.350" v="90" actId="2710"/>
        <pc:sldMkLst>
          <pc:docMk/>
          <pc:sldMk cId="4230193343" sldId="300"/>
        </pc:sldMkLst>
        <pc:spChg chg="mod">
          <ac:chgData name="iliasidikov@dnevnik.ru" userId="5f36fc7e-1888-440f-a8f8-2af595699a1a" providerId="ADAL" clId="{4671DF03-9745-46D0-86FC-74E0890D9F97}" dt="2021-07-18T17:07:05.350" v="90" actId="2710"/>
          <ac:spMkLst>
            <pc:docMk/>
            <pc:sldMk cId="4230193343" sldId="300"/>
            <ac:spMk id="8194" creationId="{00000000-0000-0000-0000-000000000000}"/>
          </ac:spMkLst>
        </pc:spChg>
        <pc:spChg chg="mod">
          <ac:chgData name="iliasidikov@dnevnik.ru" userId="5f36fc7e-1888-440f-a8f8-2af595699a1a" providerId="ADAL" clId="{4671DF03-9745-46D0-86FC-74E0890D9F97}" dt="2021-07-18T17:05:32.325" v="79" actId="2710"/>
          <ac:spMkLst>
            <pc:docMk/>
            <pc:sldMk cId="4230193343" sldId="300"/>
            <ac:spMk id="8195" creationId="{00000000-0000-0000-0000-000000000000}"/>
          </ac:spMkLst>
        </pc:spChg>
        <pc:spChg chg="mod">
          <ac:chgData name="iliasidikov@dnevnik.ru" userId="5f36fc7e-1888-440f-a8f8-2af595699a1a" providerId="ADAL" clId="{4671DF03-9745-46D0-86FC-74E0890D9F97}" dt="2021-07-18T17:05:43.843" v="81" actId="20577"/>
          <ac:spMkLst>
            <pc:docMk/>
            <pc:sldMk cId="4230193343" sldId="300"/>
            <ac:spMk id="8201" creationId="{00000000-0000-0000-0000-000000000000}"/>
          </ac:spMkLst>
        </pc:spChg>
        <pc:grpChg chg="mod">
          <ac:chgData name="iliasidikov@dnevnik.ru" userId="5f36fc7e-1888-440f-a8f8-2af595699a1a" providerId="ADAL" clId="{4671DF03-9745-46D0-86FC-74E0890D9F97}" dt="2021-07-18T17:03:46.684" v="25" actId="14100"/>
          <ac:grpSpMkLst>
            <pc:docMk/>
            <pc:sldMk cId="4230193343" sldId="300"/>
            <ac:grpSpMk id="8200" creationId="{00000000-0000-0000-0000-000000000000}"/>
          </ac:grpSpMkLst>
        </pc:grpChg>
        <pc:picChg chg="del mod">
          <ac:chgData name="iliasidikov@dnevnik.ru" userId="5f36fc7e-1888-440f-a8f8-2af595699a1a" providerId="ADAL" clId="{4671DF03-9745-46D0-86FC-74E0890D9F97}" dt="2021-07-18T17:06:52.156" v="89" actId="478"/>
          <ac:picMkLst>
            <pc:docMk/>
            <pc:sldMk cId="4230193343" sldId="300"/>
            <ac:picMk id="8193" creationId="{00000000-0000-0000-0000-000000000000}"/>
          </ac:picMkLst>
        </pc:picChg>
        <pc:picChg chg="del">
          <ac:chgData name="iliasidikov@dnevnik.ru" userId="5f36fc7e-1888-440f-a8f8-2af595699a1a" providerId="ADAL" clId="{4671DF03-9745-46D0-86FC-74E0890D9F97}" dt="2021-07-18T17:03:31.862" v="22" actId="478"/>
          <ac:picMkLst>
            <pc:docMk/>
            <pc:sldMk cId="4230193343" sldId="300"/>
            <ac:picMk id="8196" creationId="{00000000-0000-0000-0000-000000000000}"/>
          </ac:picMkLst>
        </pc:picChg>
      </pc:sldChg>
      <pc:sldChg chg="delSp modSp add mod ord setBg">
        <pc:chgData name="iliasidikov@dnevnik.ru" userId="5f36fc7e-1888-440f-a8f8-2af595699a1a" providerId="ADAL" clId="{4671DF03-9745-46D0-86FC-74E0890D9F97}" dt="2021-07-18T17:14:16.831" v="150" actId="14100"/>
        <pc:sldMkLst>
          <pc:docMk/>
          <pc:sldMk cId="174586791" sldId="301"/>
        </pc:sldMkLst>
        <pc:spChg chg="mod">
          <ac:chgData name="iliasidikov@dnevnik.ru" userId="5f36fc7e-1888-440f-a8f8-2af595699a1a" providerId="ADAL" clId="{4671DF03-9745-46D0-86FC-74E0890D9F97}" dt="2021-07-18T17:12:53.692" v="144" actId="1076"/>
          <ac:spMkLst>
            <pc:docMk/>
            <pc:sldMk cId="174586791" sldId="301"/>
            <ac:spMk id="26641" creationId="{00000000-0000-0000-0000-000000000000}"/>
          </ac:spMkLst>
        </pc:spChg>
        <pc:spChg chg="mod">
          <ac:chgData name="iliasidikov@dnevnik.ru" userId="5f36fc7e-1888-440f-a8f8-2af595699a1a" providerId="ADAL" clId="{4671DF03-9745-46D0-86FC-74E0890D9F97}" dt="2021-07-18T17:14:16.831" v="150" actId="14100"/>
          <ac:spMkLst>
            <pc:docMk/>
            <pc:sldMk cId="174586791" sldId="301"/>
            <ac:spMk id="26644" creationId="{00000000-0000-0000-0000-000000000000}"/>
          </ac:spMkLst>
        </pc:spChg>
        <pc:spChg chg="mod">
          <ac:chgData name="iliasidikov@dnevnik.ru" userId="5f36fc7e-1888-440f-a8f8-2af595699a1a" providerId="ADAL" clId="{4671DF03-9745-46D0-86FC-74E0890D9F97}" dt="2021-07-18T17:11:06.969" v="97" actId="20577"/>
          <ac:spMkLst>
            <pc:docMk/>
            <pc:sldMk cId="174586791" sldId="301"/>
            <ac:spMk id="26648" creationId="{00000000-0000-0000-0000-000000000000}"/>
          </ac:spMkLst>
        </pc:spChg>
        <pc:grpChg chg="del mod">
          <ac:chgData name="iliasidikov@dnevnik.ru" userId="5f36fc7e-1888-440f-a8f8-2af595699a1a" providerId="ADAL" clId="{4671DF03-9745-46D0-86FC-74E0890D9F97}" dt="2021-07-18T17:12:57.041" v="145" actId="478"/>
          <ac:grpSpMkLst>
            <pc:docMk/>
            <pc:sldMk cId="174586791" sldId="301"/>
            <ac:grpSpMk id="26642" creationId="{00000000-0000-0000-0000-000000000000}"/>
          </ac:grpSpMkLst>
        </pc:grpChg>
      </pc:sldChg>
    </pc:docChg>
  </pc:docChgLst>
  <pc:docChgLst>
    <pc:chgData name="Ильяс Сидиков" userId="5f36fc7e-1888-440f-a8f8-2af595699a1a" providerId="ADAL" clId="{F6759552-3C8C-4520-8F3D-81C20D4D7D58}"/>
    <pc:docChg chg="undo custSel addSld delSld modSld addSection delSection modSection">
      <pc:chgData name="Ильяс Сидиков" userId="5f36fc7e-1888-440f-a8f8-2af595699a1a" providerId="ADAL" clId="{F6759552-3C8C-4520-8F3D-81C20D4D7D58}" dt="2023-01-23T15:55:20.739" v="801" actId="20577"/>
      <pc:docMkLst>
        <pc:docMk/>
      </pc:docMkLst>
      <pc:sldChg chg="modSp mod modNotesTx">
        <pc:chgData name="Ильяс Сидиков" userId="5f36fc7e-1888-440f-a8f8-2af595699a1a" providerId="ADAL" clId="{F6759552-3C8C-4520-8F3D-81C20D4D7D58}" dt="2023-01-12T14:34:02.312" v="260"/>
        <pc:sldMkLst>
          <pc:docMk/>
          <pc:sldMk cId="4230193343" sldId="300"/>
        </pc:sldMkLst>
        <pc:spChg chg="mod">
          <ac:chgData name="Ильяс Сидиков" userId="5f36fc7e-1888-440f-a8f8-2af595699a1a" providerId="ADAL" clId="{F6759552-3C8C-4520-8F3D-81C20D4D7D58}" dt="2023-01-12T13:39:25.421" v="46"/>
          <ac:spMkLst>
            <pc:docMk/>
            <pc:sldMk cId="4230193343" sldId="300"/>
            <ac:spMk id="8194" creationId="{00000000-0000-0000-0000-000000000000}"/>
          </ac:spMkLst>
        </pc:spChg>
        <pc:spChg chg="mod">
          <ac:chgData name="Ильяс Сидиков" userId="5f36fc7e-1888-440f-a8f8-2af595699a1a" providerId="ADAL" clId="{F6759552-3C8C-4520-8F3D-81C20D4D7D58}" dt="2023-01-12T13:39:13.554" v="44" actId="20577"/>
          <ac:spMkLst>
            <pc:docMk/>
            <pc:sldMk cId="4230193343" sldId="300"/>
            <ac:spMk id="8195" creationId="{00000000-0000-0000-0000-000000000000}"/>
          </ac:spMkLst>
        </pc:spChg>
      </pc:sldChg>
      <pc:sldChg chg="modSp mod">
        <pc:chgData name="Ильяс Сидиков" userId="5f36fc7e-1888-440f-a8f8-2af595699a1a" providerId="ADAL" clId="{F6759552-3C8C-4520-8F3D-81C20D4D7D58}" dt="2023-01-17T14:52:30.615" v="451" actId="20577"/>
        <pc:sldMkLst>
          <pc:docMk/>
          <pc:sldMk cId="1043202177" sldId="342"/>
        </pc:sldMkLst>
        <pc:spChg chg="mod">
          <ac:chgData name="Ильяс Сидиков" userId="5f36fc7e-1888-440f-a8f8-2af595699a1a" providerId="ADAL" clId="{F6759552-3C8C-4520-8F3D-81C20D4D7D58}" dt="2023-01-17T14:52:30.615" v="451" actId="20577"/>
          <ac:spMkLst>
            <pc:docMk/>
            <pc:sldMk cId="1043202177" sldId="342"/>
            <ac:spMk id="26643" creationId="{00000000-0000-0000-0000-000000000000}"/>
          </ac:spMkLst>
        </pc:spChg>
        <pc:spChg chg="mod">
          <ac:chgData name="Ильяс Сидиков" userId="5f36fc7e-1888-440f-a8f8-2af595699a1a" providerId="ADAL" clId="{F6759552-3C8C-4520-8F3D-81C20D4D7D58}" dt="2023-01-17T14:51:41.920" v="429" actId="207"/>
          <ac:spMkLst>
            <pc:docMk/>
            <pc:sldMk cId="1043202177" sldId="342"/>
            <ac:spMk id="26644" creationId="{00000000-0000-0000-0000-000000000000}"/>
          </ac:spMkLst>
        </pc:spChg>
      </pc:sldChg>
      <pc:sldChg chg="modSp mod">
        <pc:chgData name="Ильяс Сидиков" userId="5f36fc7e-1888-440f-a8f8-2af595699a1a" providerId="ADAL" clId="{F6759552-3C8C-4520-8F3D-81C20D4D7D58}" dt="2023-01-12T14:52:33.082" v="425" actId="20577"/>
        <pc:sldMkLst>
          <pc:docMk/>
          <pc:sldMk cId="1838904092" sldId="343"/>
        </pc:sldMkLst>
        <pc:spChg chg="mod">
          <ac:chgData name="Ильяс Сидиков" userId="5f36fc7e-1888-440f-a8f8-2af595699a1a" providerId="ADAL" clId="{F6759552-3C8C-4520-8F3D-81C20D4D7D58}" dt="2023-01-12T13:39:50.091" v="49"/>
          <ac:spMkLst>
            <pc:docMk/>
            <pc:sldMk cId="1838904092" sldId="343"/>
            <ac:spMk id="8194" creationId="{00000000-0000-0000-0000-000000000000}"/>
          </ac:spMkLst>
        </pc:spChg>
        <pc:spChg chg="mod">
          <ac:chgData name="Ильяс Сидиков" userId="5f36fc7e-1888-440f-a8f8-2af595699a1a" providerId="ADAL" clId="{F6759552-3C8C-4520-8F3D-81C20D4D7D58}" dt="2023-01-12T13:40:02.681" v="85" actId="20577"/>
          <ac:spMkLst>
            <pc:docMk/>
            <pc:sldMk cId="1838904092" sldId="343"/>
            <ac:spMk id="8195" creationId="{00000000-0000-0000-0000-000000000000}"/>
          </ac:spMkLst>
        </pc:spChg>
        <pc:spChg chg="mod">
          <ac:chgData name="Ильяс Сидиков" userId="5f36fc7e-1888-440f-a8f8-2af595699a1a" providerId="ADAL" clId="{F6759552-3C8C-4520-8F3D-81C20D4D7D58}" dt="2023-01-12T14:52:33.082" v="425" actId="20577"/>
          <ac:spMkLst>
            <pc:docMk/>
            <pc:sldMk cId="1838904092" sldId="343"/>
            <ac:spMk id="8201" creationId="{00000000-0000-0000-0000-000000000000}"/>
          </ac:spMkLst>
        </pc:spChg>
      </pc:sldChg>
      <pc:sldChg chg="modSp add mod">
        <pc:chgData name="Ильяс Сидиков" userId="5f36fc7e-1888-440f-a8f8-2af595699a1a" providerId="ADAL" clId="{F6759552-3C8C-4520-8F3D-81C20D4D7D58}" dt="2023-01-12T13:45:59.972" v="145" actId="12"/>
        <pc:sldMkLst>
          <pc:docMk/>
          <pc:sldMk cId="1822057796" sldId="344"/>
        </pc:sldMkLst>
        <pc:spChg chg="mod">
          <ac:chgData name="Ильяс Сидиков" userId="5f36fc7e-1888-440f-a8f8-2af595699a1a" providerId="ADAL" clId="{F6759552-3C8C-4520-8F3D-81C20D4D7D58}" dt="2023-01-12T13:45:59.972" v="145" actId="12"/>
          <ac:spMkLst>
            <pc:docMk/>
            <pc:sldMk cId="1822057796" sldId="344"/>
            <ac:spMk id="26643" creationId="{00000000-0000-0000-0000-000000000000}"/>
          </ac:spMkLst>
        </pc:spChg>
        <pc:spChg chg="mod">
          <ac:chgData name="Ильяс Сидиков" userId="5f36fc7e-1888-440f-a8f8-2af595699a1a" providerId="ADAL" clId="{F6759552-3C8C-4520-8F3D-81C20D4D7D58}" dt="2023-01-12T13:44:23.943" v="139" actId="20577"/>
          <ac:spMkLst>
            <pc:docMk/>
            <pc:sldMk cId="1822057796" sldId="344"/>
            <ac:spMk id="26644"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2658571184" sldId="344"/>
        </pc:sldMkLst>
      </pc:sldChg>
      <pc:sldChg chg="del">
        <pc:chgData name="Ильяс Сидиков" userId="5f36fc7e-1888-440f-a8f8-2af595699a1a" providerId="ADAL" clId="{F6759552-3C8C-4520-8F3D-81C20D4D7D58}" dt="2023-01-12T13:38:26.375" v="10" actId="47"/>
        <pc:sldMkLst>
          <pc:docMk/>
          <pc:sldMk cId="2286872354" sldId="345"/>
        </pc:sldMkLst>
      </pc:sldChg>
      <pc:sldChg chg="new del">
        <pc:chgData name="Ильяс Сидиков" userId="5f36fc7e-1888-440f-a8f8-2af595699a1a" providerId="ADAL" clId="{F6759552-3C8C-4520-8F3D-81C20D4D7D58}" dt="2023-01-12T14:52:01.263" v="396" actId="47"/>
        <pc:sldMkLst>
          <pc:docMk/>
          <pc:sldMk cId="3237299277" sldId="345"/>
        </pc:sldMkLst>
      </pc:sldChg>
      <pc:sldChg chg="modSp add mod">
        <pc:chgData name="Ильяс Сидиков" userId="5f36fc7e-1888-440f-a8f8-2af595699a1a" providerId="ADAL" clId="{F6759552-3C8C-4520-8F3D-81C20D4D7D58}" dt="2023-01-12T13:47:35.001" v="156" actId="207"/>
        <pc:sldMkLst>
          <pc:docMk/>
          <pc:sldMk cId="111445686" sldId="346"/>
        </pc:sldMkLst>
        <pc:spChg chg="mod">
          <ac:chgData name="Ильяс Сидиков" userId="5f36fc7e-1888-440f-a8f8-2af595699a1a" providerId="ADAL" clId="{F6759552-3C8C-4520-8F3D-81C20D4D7D58}" dt="2023-01-12T13:47:35.001" v="156" actId="207"/>
          <ac:spMkLst>
            <pc:docMk/>
            <pc:sldMk cId="111445686" sldId="346"/>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146176168" sldId="346"/>
        </pc:sldMkLst>
      </pc:sldChg>
      <pc:sldChg chg="del">
        <pc:chgData name="Ильяс Сидиков" userId="5f36fc7e-1888-440f-a8f8-2af595699a1a" providerId="ADAL" clId="{F6759552-3C8C-4520-8F3D-81C20D4D7D58}" dt="2023-01-12T13:38:26.375" v="10" actId="47"/>
        <pc:sldMkLst>
          <pc:docMk/>
          <pc:sldMk cId="3173609787" sldId="347"/>
        </pc:sldMkLst>
      </pc:sldChg>
      <pc:sldChg chg="addSp delSp modSp add mod">
        <pc:chgData name="Ильяс Сидиков" userId="5f36fc7e-1888-440f-a8f8-2af595699a1a" providerId="ADAL" clId="{F6759552-3C8C-4520-8F3D-81C20D4D7D58}" dt="2023-01-12T13:51:04.490" v="163" actId="22"/>
        <pc:sldMkLst>
          <pc:docMk/>
          <pc:sldMk cId="3216598279" sldId="347"/>
        </pc:sldMkLst>
        <pc:spChg chg="add del">
          <ac:chgData name="Ильяс Сидиков" userId="5f36fc7e-1888-440f-a8f8-2af595699a1a" providerId="ADAL" clId="{F6759552-3C8C-4520-8F3D-81C20D4D7D58}" dt="2023-01-12T13:51:04.490" v="163" actId="22"/>
          <ac:spMkLst>
            <pc:docMk/>
            <pc:sldMk cId="3216598279" sldId="347"/>
            <ac:spMk id="3" creationId="{547A5675-2C22-9CF2-2882-A0CE3CAB909B}"/>
          </ac:spMkLst>
        </pc:spChg>
        <pc:spChg chg="mod">
          <ac:chgData name="Ильяс Сидиков" userId="5f36fc7e-1888-440f-a8f8-2af595699a1a" providerId="ADAL" clId="{F6759552-3C8C-4520-8F3D-81C20D4D7D58}" dt="2023-01-12T13:50:53.364" v="161" actId="207"/>
          <ac:spMkLst>
            <pc:docMk/>
            <pc:sldMk cId="3216598279" sldId="347"/>
            <ac:spMk id="26643" creationId="{00000000-0000-0000-0000-000000000000}"/>
          </ac:spMkLst>
        </pc:spChg>
      </pc:sldChg>
      <pc:sldChg chg="modSp add mod">
        <pc:chgData name="Ильяс Сидиков" userId="5f36fc7e-1888-440f-a8f8-2af595699a1a" providerId="ADAL" clId="{F6759552-3C8C-4520-8F3D-81C20D4D7D58}" dt="2023-01-12T13:55:25.666" v="167" actId="20577"/>
        <pc:sldMkLst>
          <pc:docMk/>
          <pc:sldMk cId="3044889826" sldId="348"/>
        </pc:sldMkLst>
        <pc:spChg chg="mod">
          <ac:chgData name="Ильяс Сидиков" userId="5f36fc7e-1888-440f-a8f8-2af595699a1a" providerId="ADAL" clId="{F6759552-3C8C-4520-8F3D-81C20D4D7D58}" dt="2023-01-12T13:55:25.666" v="167" actId="20577"/>
          <ac:spMkLst>
            <pc:docMk/>
            <pc:sldMk cId="3044889826" sldId="348"/>
            <ac:spMk id="26643" creationId="{00000000-0000-0000-0000-000000000000}"/>
          </ac:spMkLst>
        </pc:spChg>
      </pc:sldChg>
      <pc:sldChg chg="addSp delSp modSp add mod">
        <pc:chgData name="Ильяс Сидиков" userId="5f36fc7e-1888-440f-a8f8-2af595699a1a" providerId="ADAL" clId="{F6759552-3C8C-4520-8F3D-81C20D4D7D58}" dt="2023-01-12T13:55:56.577" v="184" actId="20577"/>
        <pc:sldMkLst>
          <pc:docMk/>
          <pc:sldMk cId="559425969" sldId="349"/>
        </pc:sldMkLst>
        <pc:spChg chg="add del">
          <ac:chgData name="Ильяс Сидиков" userId="5f36fc7e-1888-440f-a8f8-2af595699a1a" providerId="ADAL" clId="{F6759552-3C8C-4520-8F3D-81C20D4D7D58}" dt="2023-01-12T13:55:40.635" v="172" actId="22"/>
          <ac:spMkLst>
            <pc:docMk/>
            <pc:sldMk cId="559425969" sldId="349"/>
            <ac:spMk id="3" creationId="{A10C3AC6-01A6-C8EA-6B13-CA09DFE4BD4B}"/>
          </ac:spMkLst>
        </pc:spChg>
        <pc:spChg chg="mod">
          <ac:chgData name="Ильяс Сидиков" userId="5f36fc7e-1888-440f-a8f8-2af595699a1a" providerId="ADAL" clId="{F6759552-3C8C-4520-8F3D-81C20D4D7D58}" dt="2023-01-12T13:55:56.577" v="184" actId="20577"/>
          <ac:spMkLst>
            <pc:docMk/>
            <pc:sldMk cId="559425969" sldId="349"/>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3029805150" sldId="349"/>
        </pc:sldMkLst>
      </pc:sldChg>
      <pc:sldChg chg="del">
        <pc:chgData name="Ильяс Сидиков" userId="5f36fc7e-1888-440f-a8f8-2af595699a1a" providerId="ADAL" clId="{F6759552-3C8C-4520-8F3D-81C20D4D7D58}" dt="2023-01-12T13:38:26.375" v="10" actId="47"/>
        <pc:sldMkLst>
          <pc:docMk/>
          <pc:sldMk cId="996328101" sldId="350"/>
        </pc:sldMkLst>
      </pc:sldChg>
      <pc:sldChg chg="modSp add mod">
        <pc:chgData name="Ильяс Сидиков" userId="5f36fc7e-1888-440f-a8f8-2af595699a1a" providerId="ADAL" clId="{F6759552-3C8C-4520-8F3D-81C20D4D7D58}" dt="2023-01-12T14:29:13.972" v="195" actId="20577"/>
        <pc:sldMkLst>
          <pc:docMk/>
          <pc:sldMk cId="2918706680" sldId="350"/>
        </pc:sldMkLst>
        <pc:spChg chg="mod">
          <ac:chgData name="Ильяс Сидиков" userId="5f36fc7e-1888-440f-a8f8-2af595699a1a" providerId="ADAL" clId="{F6759552-3C8C-4520-8F3D-81C20D4D7D58}" dt="2023-01-12T14:29:13.972" v="195" actId="20577"/>
          <ac:spMkLst>
            <pc:docMk/>
            <pc:sldMk cId="2918706680" sldId="350"/>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598280735" sldId="351"/>
        </pc:sldMkLst>
      </pc:sldChg>
      <pc:sldChg chg="modSp add mod">
        <pc:chgData name="Ильяс Сидиков" userId="5f36fc7e-1888-440f-a8f8-2af595699a1a" providerId="ADAL" clId="{F6759552-3C8C-4520-8F3D-81C20D4D7D58}" dt="2023-01-12T14:29:11.680" v="194" actId="20577"/>
        <pc:sldMkLst>
          <pc:docMk/>
          <pc:sldMk cId="3206716345" sldId="351"/>
        </pc:sldMkLst>
        <pc:spChg chg="mod">
          <ac:chgData name="Ильяс Сидиков" userId="5f36fc7e-1888-440f-a8f8-2af595699a1a" providerId="ADAL" clId="{F6759552-3C8C-4520-8F3D-81C20D4D7D58}" dt="2023-01-12T14:29:11.680" v="194" actId="20577"/>
          <ac:spMkLst>
            <pc:docMk/>
            <pc:sldMk cId="3206716345" sldId="351"/>
            <ac:spMk id="26643" creationId="{00000000-0000-0000-0000-000000000000}"/>
          </ac:spMkLst>
        </pc:spChg>
      </pc:sldChg>
      <pc:sldChg chg="modSp add mod">
        <pc:chgData name="Ильяс Сидиков" userId="5f36fc7e-1888-440f-a8f8-2af595699a1a" providerId="ADAL" clId="{F6759552-3C8C-4520-8F3D-81C20D4D7D58}" dt="2023-01-12T14:29:52.891" v="199" actId="20577"/>
        <pc:sldMkLst>
          <pc:docMk/>
          <pc:sldMk cId="1323073934" sldId="352"/>
        </pc:sldMkLst>
        <pc:spChg chg="mod">
          <ac:chgData name="Ильяс Сидиков" userId="5f36fc7e-1888-440f-a8f8-2af595699a1a" providerId="ADAL" clId="{F6759552-3C8C-4520-8F3D-81C20D4D7D58}" dt="2023-01-12T14:29:52.891" v="199" actId="20577"/>
          <ac:spMkLst>
            <pc:docMk/>
            <pc:sldMk cId="1323073934" sldId="352"/>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2501111542" sldId="352"/>
        </pc:sldMkLst>
      </pc:sldChg>
      <pc:sldChg chg="del">
        <pc:chgData name="Ильяс Сидиков" userId="5f36fc7e-1888-440f-a8f8-2af595699a1a" providerId="ADAL" clId="{F6759552-3C8C-4520-8F3D-81C20D4D7D58}" dt="2023-01-12T13:38:26.375" v="10" actId="47"/>
        <pc:sldMkLst>
          <pc:docMk/>
          <pc:sldMk cId="1347852159" sldId="353"/>
        </pc:sldMkLst>
      </pc:sldChg>
      <pc:sldChg chg="modSp add mod">
        <pc:chgData name="Ильяс Сидиков" userId="5f36fc7e-1888-440f-a8f8-2af595699a1a" providerId="ADAL" clId="{F6759552-3C8C-4520-8F3D-81C20D4D7D58}" dt="2023-01-12T14:36:31.422" v="272" actId="20577"/>
        <pc:sldMkLst>
          <pc:docMk/>
          <pc:sldMk cId="3607369947" sldId="353"/>
        </pc:sldMkLst>
        <pc:spChg chg="mod">
          <ac:chgData name="Ильяс Сидиков" userId="5f36fc7e-1888-440f-a8f8-2af595699a1a" providerId="ADAL" clId="{F6759552-3C8C-4520-8F3D-81C20D4D7D58}" dt="2023-01-12T14:36:31.422" v="272" actId="20577"/>
          <ac:spMkLst>
            <pc:docMk/>
            <pc:sldMk cId="3607369947" sldId="353"/>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2831187877" sldId="354"/>
        </pc:sldMkLst>
      </pc:sldChg>
      <pc:sldChg chg="modSp add mod">
        <pc:chgData name="Ильяс Сидиков" userId="5f36fc7e-1888-440f-a8f8-2af595699a1a" providerId="ADAL" clId="{F6759552-3C8C-4520-8F3D-81C20D4D7D58}" dt="2023-01-12T14:36:33.676" v="273" actId="20577"/>
        <pc:sldMkLst>
          <pc:docMk/>
          <pc:sldMk cId="2887743337" sldId="354"/>
        </pc:sldMkLst>
        <pc:spChg chg="mod">
          <ac:chgData name="Ильяс Сидиков" userId="5f36fc7e-1888-440f-a8f8-2af595699a1a" providerId="ADAL" clId="{F6759552-3C8C-4520-8F3D-81C20D4D7D58}" dt="2023-01-12T14:36:33.676" v="273" actId="20577"/>
          <ac:spMkLst>
            <pc:docMk/>
            <pc:sldMk cId="2887743337" sldId="354"/>
            <ac:spMk id="26643" creationId="{00000000-0000-0000-0000-000000000000}"/>
          </ac:spMkLst>
        </pc:spChg>
      </pc:sldChg>
      <pc:sldChg chg="add del modNotesTx">
        <pc:chgData name="Ильяс Сидиков" userId="5f36fc7e-1888-440f-a8f8-2af595699a1a" providerId="ADAL" clId="{F6759552-3C8C-4520-8F3D-81C20D4D7D58}" dt="2023-01-12T14:36:23.638" v="269" actId="47"/>
        <pc:sldMkLst>
          <pc:docMk/>
          <pc:sldMk cId="2824894612" sldId="355"/>
        </pc:sldMkLst>
      </pc:sldChg>
      <pc:sldChg chg="del">
        <pc:chgData name="Ильяс Сидиков" userId="5f36fc7e-1888-440f-a8f8-2af595699a1a" providerId="ADAL" clId="{F6759552-3C8C-4520-8F3D-81C20D4D7D58}" dt="2023-01-12T13:38:26.375" v="10" actId="47"/>
        <pc:sldMkLst>
          <pc:docMk/>
          <pc:sldMk cId="3265864989" sldId="355"/>
        </pc:sldMkLst>
      </pc:sldChg>
      <pc:sldChg chg="del">
        <pc:chgData name="Ильяс Сидиков" userId="5f36fc7e-1888-440f-a8f8-2af595699a1a" providerId="ADAL" clId="{F6759552-3C8C-4520-8F3D-81C20D4D7D58}" dt="2023-01-12T13:38:26.375" v="10" actId="47"/>
        <pc:sldMkLst>
          <pc:docMk/>
          <pc:sldMk cId="2588549676" sldId="356"/>
        </pc:sldMkLst>
      </pc:sldChg>
      <pc:sldChg chg="modSp add mod">
        <pc:chgData name="Ильяс Сидиков" userId="5f36fc7e-1888-440f-a8f8-2af595699a1a" providerId="ADAL" clId="{F6759552-3C8C-4520-8F3D-81C20D4D7D58}" dt="2023-01-12T14:37:54.691" v="282" actId="207"/>
        <pc:sldMkLst>
          <pc:docMk/>
          <pc:sldMk cId="2832200323" sldId="356"/>
        </pc:sldMkLst>
        <pc:spChg chg="mod">
          <ac:chgData name="Ильяс Сидиков" userId="5f36fc7e-1888-440f-a8f8-2af595699a1a" providerId="ADAL" clId="{F6759552-3C8C-4520-8F3D-81C20D4D7D58}" dt="2023-01-12T14:37:54.691" v="282" actId="207"/>
          <ac:spMkLst>
            <pc:docMk/>
            <pc:sldMk cId="2832200323" sldId="356"/>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1028630551" sldId="357"/>
        </pc:sldMkLst>
      </pc:sldChg>
      <pc:sldChg chg="modSp add mod">
        <pc:chgData name="Ильяс Сидиков" userId="5f36fc7e-1888-440f-a8f8-2af595699a1a" providerId="ADAL" clId="{F6759552-3C8C-4520-8F3D-81C20D4D7D58}" dt="2023-01-12T14:37:26.375" v="280" actId="20577"/>
        <pc:sldMkLst>
          <pc:docMk/>
          <pc:sldMk cId="3407366577" sldId="357"/>
        </pc:sldMkLst>
        <pc:spChg chg="mod">
          <ac:chgData name="Ильяс Сидиков" userId="5f36fc7e-1888-440f-a8f8-2af595699a1a" providerId="ADAL" clId="{F6759552-3C8C-4520-8F3D-81C20D4D7D58}" dt="2023-01-12T14:37:26.375" v="280" actId="20577"/>
          <ac:spMkLst>
            <pc:docMk/>
            <pc:sldMk cId="3407366577" sldId="357"/>
            <ac:spMk id="26643" creationId="{00000000-0000-0000-0000-000000000000}"/>
          </ac:spMkLst>
        </pc:spChg>
      </pc:sldChg>
      <pc:sldChg chg="del">
        <pc:chgData name="Ильяс Сидиков" userId="5f36fc7e-1888-440f-a8f8-2af595699a1a" providerId="ADAL" clId="{F6759552-3C8C-4520-8F3D-81C20D4D7D58}" dt="2023-01-12T13:38:26.375" v="10" actId="47"/>
        <pc:sldMkLst>
          <pc:docMk/>
          <pc:sldMk cId="1605345781" sldId="358"/>
        </pc:sldMkLst>
      </pc:sldChg>
      <pc:sldChg chg="modSp add mod">
        <pc:chgData name="Ильяс Сидиков" userId="5f36fc7e-1888-440f-a8f8-2af595699a1a" providerId="ADAL" clId="{F6759552-3C8C-4520-8F3D-81C20D4D7D58}" dt="2023-01-12T14:39:01.938" v="287" actId="207"/>
        <pc:sldMkLst>
          <pc:docMk/>
          <pc:sldMk cId="3961856822" sldId="358"/>
        </pc:sldMkLst>
        <pc:spChg chg="mod">
          <ac:chgData name="Ильяс Сидиков" userId="5f36fc7e-1888-440f-a8f8-2af595699a1a" providerId="ADAL" clId="{F6759552-3C8C-4520-8F3D-81C20D4D7D58}" dt="2023-01-12T14:39:01.938" v="287" actId="207"/>
          <ac:spMkLst>
            <pc:docMk/>
            <pc:sldMk cId="3961856822" sldId="358"/>
            <ac:spMk id="26643" creationId="{00000000-0000-0000-0000-000000000000}"/>
          </ac:spMkLst>
        </pc:spChg>
      </pc:sldChg>
      <pc:sldChg chg="modSp add mod">
        <pc:chgData name="Ильяс Сидиков" userId="5f36fc7e-1888-440f-a8f8-2af595699a1a" providerId="ADAL" clId="{F6759552-3C8C-4520-8F3D-81C20D4D7D58}" dt="2023-01-12T14:41:37.328" v="305" actId="20577"/>
        <pc:sldMkLst>
          <pc:docMk/>
          <pc:sldMk cId="3691259073" sldId="359"/>
        </pc:sldMkLst>
        <pc:spChg chg="mod">
          <ac:chgData name="Ильяс Сидиков" userId="5f36fc7e-1888-440f-a8f8-2af595699a1a" providerId="ADAL" clId="{F6759552-3C8C-4520-8F3D-81C20D4D7D58}" dt="2023-01-12T14:41:37.328" v="305" actId="20577"/>
          <ac:spMkLst>
            <pc:docMk/>
            <pc:sldMk cId="3691259073" sldId="359"/>
            <ac:spMk id="26643" creationId="{00000000-0000-0000-0000-000000000000}"/>
          </ac:spMkLst>
        </pc:spChg>
        <pc:spChg chg="mod">
          <ac:chgData name="Ильяс Сидиков" userId="5f36fc7e-1888-440f-a8f8-2af595699a1a" providerId="ADAL" clId="{F6759552-3C8C-4520-8F3D-81C20D4D7D58}" dt="2023-01-12T14:40:40.006" v="289"/>
          <ac:spMkLst>
            <pc:docMk/>
            <pc:sldMk cId="3691259073" sldId="359"/>
            <ac:spMk id="26644"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2956130040" sldId="360"/>
        </pc:sldMkLst>
      </pc:sldChg>
      <pc:sldChg chg="modSp add mod">
        <pc:chgData name="Ильяс Сидиков" userId="5f36fc7e-1888-440f-a8f8-2af595699a1a" providerId="ADAL" clId="{F6759552-3C8C-4520-8F3D-81C20D4D7D58}" dt="2023-01-12T14:42:37.391" v="311" actId="207"/>
        <pc:sldMkLst>
          <pc:docMk/>
          <pc:sldMk cId="3155792999" sldId="360"/>
        </pc:sldMkLst>
        <pc:spChg chg="mod">
          <ac:chgData name="Ильяс Сидиков" userId="5f36fc7e-1888-440f-a8f8-2af595699a1a" providerId="ADAL" clId="{F6759552-3C8C-4520-8F3D-81C20D4D7D58}" dt="2023-01-12T14:42:37.391" v="311" actId="207"/>
          <ac:spMkLst>
            <pc:docMk/>
            <pc:sldMk cId="3155792999" sldId="360"/>
            <ac:spMk id="26643" creationId="{00000000-0000-0000-0000-000000000000}"/>
          </ac:spMkLst>
        </pc:spChg>
      </pc:sldChg>
      <pc:sldChg chg="modSp add mod">
        <pc:chgData name="Ильяс Сидиков" userId="5f36fc7e-1888-440f-a8f8-2af595699a1a" providerId="ADAL" clId="{F6759552-3C8C-4520-8F3D-81C20D4D7D58}" dt="2023-01-12T14:42:57.338" v="317" actId="20577"/>
        <pc:sldMkLst>
          <pc:docMk/>
          <pc:sldMk cId="1398331702" sldId="361"/>
        </pc:sldMkLst>
        <pc:spChg chg="mod">
          <ac:chgData name="Ильяс Сидиков" userId="5f36fc7e-1888-440f-a8f8-2af595699a1a" providerId="ADAL" clId="{F6759552-3C8C-4520-8F3D-81C20D4D7D58}" dt="2023-01-12T14:42:57.338" v="317" actId="20577"/>
          <ac:spMkLst>
            <pc:docMk/>
            <pc:sldMk cId="1398331702" sldId="361"/>
            <ac:spMk id="26643"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3341491191" sldId="361"/>
        </pc:sldMkLst>
      </pc:sldChg>
      <pc:sldChg chg="modSp add mod">
        <pc:chgData name="Ильяс Сидиков" userId="5f36fc7e-1888-440f-a8f8-2af595699a1a" providerId="ADAL" clId="{F6759552-3C8C-4520-8F3D-81C20D4D7D58}" dt="2023-01-12T14:43:42.448" v="337" actId="20577"/>
        <pc:sldMkLst>
          <pc:docMk/>
          <pc:sldMk cId="1498088962" sldId="362"/>
        </pc:sldMkLst>
        <pc:spChg chg="mod">
          <ac:chgData name="Ильяс Сидиков" userId="5f36fc7e-1888-440f-a8f8-2af595699a1a" providerId="ADAL" clId="{F6759552-3C8C-4520-8F3D-81C20D4D7D58}" dt="2023-01-12T14:43:42.448" v="337" actId="20577"/>
          <ac:spMkLst>
            <pc:docMk/>
            <pc:sldMk cId="1498088962" sldId="362"/>
            <ac:spMk id="26643"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1588124911" sldId="362"/>
        </pc:sldMkLst>
      </pc:sldChg>
      <pc:sldChg chg="modSp add mod">
        <pc:chgData name="Ильяс Сидиков" userId="5f36fc7e-1888-440f-a8f8-2af595699a1a" providerId="ADAL" clId="{F6759552-3C8C-4520-8F3D-81C20D4D7D58}" dt="2023-01-12T14:44:19.025" v="344" actId="20577"/>
        <pc:sldMkLst>
          <pc:docMk/>
          <pc:sldMk cId="3137083795" sldId="363"/>
        </pc:sldMkLst>
        <pc:spChg chg="mod">
          <ac:chgData name="Ильяс Сидиков" userId="5f36fc7e-1888-440f-a8f8-2af595699a1a" providerId="ADAL" clId="{F6759552-3C8C-4520-8F3D-81C20D4D7D58}" dt="2023-01-12T14:44:19.025" v="344" actId="20577"/>
          <ac:spMkLst>
            <pc:docMk/>
            <pc:sldMk cId="3137083795" sldId="363"/>
            <ac:spMk id="26643"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3719705913" sldId="363"/>
        </pc:sldMkLst>
      </pc:sldChg>
      <pc:sldChg chg="del">
        <pc:chgData name="Ильяс Сидиков" userId="5f36fc7e-1888-440f-a8f8-2af595699a1a" providerId="ADAL" clId="{F6759552-3C8C-4520-8F3D-81C20D4D7D58}" dt="2023-01-12T13:38:21.497" v="9" actId="47"/>
        <pc:sldMkLst>
          <pc:docMk/>
          <pc:sldMk cId="1784682705" sldId="364"/>
        </pc:sldMkLst>
      </pc:sldChg>
      <pc:sldChg chg="modSp add mod">
        <pc:chgData name="Ильяс Сидиков" userId="5f36fc7e-1888-440f-a8f8-2af595699a1a" providerId="ADAL" clId="{F6759552-3C8C-4520-8F3D-81C20D4D7D58}" dt="2023-01-12T14:46:12.907" v="353" actId="20577"/>
        <pc:sldMkLst>
          <pc:docMk/>
          <pc:sldMk cId="3623672624" sldId="364"/>
        </pc:sldMkLst>
        <pc:spChg chg="mod">
          <ac:chgData name="Ильяс Сидиков" userId="5f36fc7e-1888-440f-a8f8-2af595699a1a" providerId="ADAL" clId="{F6759552-3C8C-4520-8F3D-81C20D4D7D58}" dt="2023-01-12T14:46:12.907" v="353" actId="20577"/>
          <ac:spMkLst>
            <pc:docMk/>
            <pc:sldMk cId="3623672624" sldId="364"/>
            <ac:spMk id="26643" creationId="{00000000-0000-0000-0000-000000000000}"/>
          </ac:spMkLst>
        </pc:spChg>
        <pc:spChg chg="mod">
          <ac:chgData name="Ильяс Сидиков" userId="5f36fc7e-1888-440f-a8f8-2af595699a1a" providerId="ADAL" clId="{F6759552-3C8C-4520-8F3D-81C20D4D7D58}" dt="2023-01-12T14:45:26.456" v="346"/>
          <ac:spMkLst>
            <pc:docMk/>
            <pc:sldMk cId="3623672624" sldId="364"/>
            <ac:spMk id="26644" creationId="{00000000-0000-0000-0000-000000000000}"/>
          </ac:spMkLst>
        </pc:spChg>
      </pc:sldChg>
      <pc:sldChg chg="modSp add mod">
        <pc:chgData name="Ильяс Сидиков" userId="5f36fc7e-1888-440f-a8f8-2af595699a1a" providerId="ADAL" clId="{F6759552-3C8C-4520-8F3D-81C20D4D7D58}" dt="2023-01-12T14:46:59.194" v="357" actId="20577"/>
        <pc:sldMkLst>
          <pc:docMk/>
          <pc:sldMk cId="3220768109" sldId="365"/>
        </pc:sldMkLst>
        <pc:spChg chg="mod">
          <ac:chgData name="Ильяс Сидиков" userId="5f36fc7e-1888-440f-a8f8-2af595699a1a" providerId="ADAL" clId="{F6759552-3C8C-4520-8F3D-81C20D4D7D58}" dt="2023-01-12T14:46:59.194" v="357" actId="20577"/>
          <ac:spMkLst>
            <pc:docMk/>
            <pc:sldMk cId="3220768109" sldId="365"/>
            <ac:spMk id="26643"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3940963309" sldId="365"/>
        </pc:sldMkLst>
      </pc:sldChg>
      <pc:sldChg chg="modSp add mod">
        <pc:chgData name="Ильяс Сидиков" userId="5f36fc7e-1888-440f-a8f8-2af595699a1a" providerId="ADAL" clId="{F6759552-3C8C-4520-8F3D-81C20D4D7D58}" dt="2023-01-12T14:47:20.616" v="368" actId="313"/>
        <pc:sldMkLst>
          <pc:docMk/>
          <pc:sldMk cId="548701298" sldId="366"/>
        </pc:sldMkLst>
        <pc:spChg chg="mod">
          <ac:chgData name="Ильяс Сидиков" userId="5f36fc7e-1888-440f-a8f8-2af595699a1a" providerId="ADAL" clId="{F6759552-3C8C-4520-8F3D-81C20D4D7D58}" dt="2023-01-12T14:47:20.616" v="368" actId="313"/>
          <ac:spMkLst>
            <pc:docMk/>
            <pc:sldMk cId="548701298" sldId="366"/>
            <ac:spMk id="26643" creationId="{00000000-0000-0000-0000-000000000000}"/>
          </ac:spMkLst>
        </pc:spChg>
      </pc:sldChg>
      <pc:sldChg chg="del">
        <pc:chgData name="Ильяс Сидиков" userId="5f36fc7e-1888-440f-a8f8-2af595699a1a" providerId="ADAL" clId="{F6759552-3C8C-4520-8F3D-81C20D4D7D58}" dt="2023-01-12T13:38:21.497" v="9" actId="47"/>
        <pc:sldMkLst>
          <pc:docMk/>
          <pc:sldMk cId="1016447395" sldId="366"/>
        </pc:sldMkLst>
      </pc:sldChg>
      <pc:sldChg chg="del">
        <pc:chgData name="Ильяс Сидиков" userId="5f36fc7e-1888-440f-a8f8-2af595699a1a" providerId="ADAL" clId="{F6759552-3C8C-4520-8F3D-81C20D4D7D58}" dt="2023-01-12T13:38:21.497" v="9" actId="47"/>
        <pc:sldMkLst>
          <pc:docMk/>
          <pc:sldMk cId="26340034" sldId="367"/>
        </pc:sldMkLst>
      </pc:sldChg>
      <pc:sldChg chg="addSp delSp modSp add mod">
        <pc:chgData name="Ильяс Сидиков" userId="5f36fc7e-1888-440f-a8f8-2af595699a1a" providerId="ADAL" clId="{F6759552-3C8C-4520-8F3D-81C20D4D7D58}" dt="2023-01-12T14:48:52.961" v="383" actId="22"/>
        <pc:sldMkLst>
          <pc:docMk/>
          <pc:sldMk cId="1486951909" sldId="367"/>
        </pc:sldMkLst>
        <pc:spChg chg="add del">
          <ac:chgData name="Ильяс Сидиков" userId="5f36fc7e-1888-440f-a8f8-2af595699a1a" providerId="ADAL" clId="{F6759552-3C8C-4520-8F3D-81C20D4D7D58}" dt="2023-01-12T14:48:52.961" v="383" actId="22"/>
          <ac:spMkLst>
            <pc:docMk/>
            <pc:sldMk cId="1486951909" sldId="367"/>
            <ac:spMk id="3" creationId="{4ACF56CA-CB53-A72F-7124-7F0E61FEB190}"/>
          </ac:spMkLst>
        </pc:spChg>
        <pc:spChg chg="mod">
          <ac:chgData name="Ильяс Сидиков" userId="5f36fc7e-1888-440f-a8f8-2af595699a1a" providerId="ADAL" clId="{F6759552-3C8C-4520-8F3D-81C20D4D7D58}" dt="2023-01-12T14:48:19.802" v="381" actId="20577"/>
          <ac:spMkLst>
            <pc:docMk/>
            <pc:sldMk cId="1486951909" sldId="367"/>
            <ac:spMk id="26643"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2138233620" sldId="368"/>
        </pc:sldMkLst>
      </pc:sldChg>
      <pc:sldChg chg="modSp add mod">
        <pc:chgData name="Ильяс Сидиков" userId="5f36fc7e-1888-440f-a8f8-2af595699a1a" providerId="ADAL" clId="{F6759552-3C8C-4520-8F3D-81C20D4D7D58}" dt="2023-01-12T14:49:53.855" v="395" actId="20577"/>
        <pc:sldMkLst>
          <pc:docMk/>
          <pc:sldMk cId="2894193051" sldId="368"/>
        </pc:sldMkLst>
        <pc:spChg chg="mod">
          <ac:chgData name="Ильяс Сидиков" userId="5f36fc7e-1888-440f-a8f8-2af595699a1a" providerId="ADAL" clId="{F6759552-3C8C-4520-8F3D-81C20D4D7D58}" dt="2023-01-12T14:49:53.855" v="395" actId="20577"/>
          <ac:spMkLst>
            <pc:docMk/>
            <pc:sldMk cId="2894193051" sldId="368"/>
            <ac:spMk id="26643"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630336072" sldId="369"/>
        </pc:sldMkLst>
      </pc:sldChg>
      <pc:sldChg chg="modSp add mod">
        <pc:chgData name="Ильяс Сидиков" userId="5f36fc7e-1888-440f-a8f8-2af595699a1a" providerId="ADAL" clId="{F6759552-3C8C-4520-8F3D-81C20D4D7D58}" dt="2023-01-17T14:53:21.349" v="458" actId="20577"/>
        <pc:sldMkLst>
          <pc:docMk/>
          <pc:sldMk cId="4175004386" sldId="369"/>
        </pc:sldMkLst>
        <pc:spChg chg="mod">
          <ac:chgData name="Ильяс Сидиков" userId="5f36fc7e-1888-440f-a8f8-2af595699a1a" providerId="ADAL" clId="{F6759552-3C8C-4520-8F3D-81C20D4D7D58}" dt="2023-01-17T14:53:21.349" v="458" actId="20577"/>
          <ac:spMkLst>
            <pc:docMk/>
            <pc:sldMk cId="4175004386" sldId="369"/>
            <ac:spMk id="26643"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686018746" sldId="370"/>
        </pc:sldMkLst>
      </pc:sldChg>
      <pc:sldChg chg="addSp delSp modSp add mod">
        <pc:chgData name="Ильяс Сидиков" userId="5f36fc7e-1888-440f-a8f8-2af595699a1a" providerId="ADAL" clId="{F6759552-3C8C-4520-8F3D-81C20D4D7D58}" dt="2023-01-17T14:53:57.225" v="465" actId="22"/>
        <pc:sldMkLst>
          <pc:docMk/>
          <pc:sldMk cId="1378467782" sldId="370"/>
        </pc:sldMkLst>
        <pc:spChg chg="add del">
          <ac:chgData name="Ильяс Сидиков" userId="5f36fc7e-1888-440f-a8f8-2af595699a1a" providerId="ADAL" clId="{F6759552-3C8C-4520-8F3D-81C20D4D7D58}" dt="2023-01-17T14:53:57.225" v="465" actId="22"/>
          <ac:spMkLst>
            <pc:docMk/>
            <pc:sldMk cId="1378467782" sldId="370"/>
            <ac:spMk id="3" creationId="{24D9D121-EC39-5695-5A2F-F7FEC5DA2A2D}"/>
          </ac:spMkLst>
        </pc:spChg>
        <pc:spChg chg="mod">
          <ac:chgData name="Ильяс Сидиков" userId="5f36fc7e-1888-440f-a8f8-2af595699a1a" providerId="ADAL" clId="{F6759552-3C8C-4520-8F3D-81C20D4D7D58}" dt="2023-01-17T14:53:52.659" v="463" actId="20577"/>
          <ac:spMkLst>
            <pc:docMk/>
            <pc:sldMk cId="1378467782" sldId="370"/>
            <ac:spMk id="26643" creationId="{00000000-0000-0000-0000-000000000000}"/>
          </ac:spMkLst>
        </pc:spChg>
        <pc:spChg chg="mod">
          <ac:chgData name="Ильяс Сидиков" userId="5f36fc7e-1888-440f-a8f8-2af595699a1a" providerId="ADAL" clId="{F6759552-3C8C-4520-8F3D-81C20D4D7D58}" dt="2023-01-17T14:53:29.305" v="460"/>
          <ac:spMkLst>
            <pc:docMk/>
            <pc:sldMk cId="1378467782" sldId="370"/>
            <ac:spMk id="26644"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2276467700" sldId="371"/>
        </pc:sldMkLst>
      </pc:sldChg>
      <pc:sldChg chg="addSp delSp modSp add mod">
        <pc:chgData name="Ильяс Сидиков" userId="5f36fc7e-1888-440f-a8f8-2af595699a1a" providerId="ADAL" clId="{F6759552-3C8C-4520-8F3D-81C20D4D7D58}" dt="2023-01-17T14:54:17.919" v="471" actId="1076"/>
        <pc:sldMkLst>
          <pc:docMk/>
          <pc:sldMk cId="2391315631" sldId="371"/>
        </pc:sldMkLst>
        <pc:spChg chg="del">
          <ac:chgData name="Ильяс Сидиков" userId="5f36fc7e-1888-440f-a8f8-2af595699a1a" providerId="ADAL" clId="{F6759552-3C8C-4520-8F3D-81C20D4D7D58}" dt="2023-01-17T14:54:11.865" v="467" actId="478"/>
          <ac:spMkLst>
            <pc:docMk/>
            <pc:sldMk cId="2391315631" sldId="371"/>
            <ac:spMk id="26643" creationId="{00000000-0000-0000-0000-000000000000}"/>
          </ac:spMkLst>
        </pc:spChg>
        <pc:picChg chg="add mod">
          <ac:chgData name="Ильяс Сидиков" userId="5f36fc7e-1888-440f-a8f8-2af595699a1a" providerId="ADAL" clId="{F6759552-3C8C-4520-8F3D-81C20D4D7D58}" dt="2023-01-17T14:54:17.919" v="471" actId="1076"/>
          <ac:picMkLst>
            <pc:docMk/>
            <pc:sldMk cId="2391315631" sldId="371"/>
            <ac:picMk id="2" creationId="{DDA802A8-1FBE-5DFC-EA0F-5B01B9C70E51}"/>
          </ac:picMkLst>
        </pc:picChg>
      </pc:sldChg>
      <pc:sldChg chg="del">
        <pc:chgData name="Ильяс Сидиков" userId="5f36fc7e-1888-440f-a8f8-2af595699a1a" providerId="ADAL" clId="{F6759552-3C8C-4520-8F3D-81C20D4D7D58}" dt="2023-01-12T13:38:19.291" v="8" actId="47"/>
        <pc:sldMkLst>
          <pc:docMk/>
          <pc:sldMk cId="3106978480" sldId="372"/>
        </pc:sldMkLst>
      </pc:sldChg>
      <pc:sldChg chg="modSp add mod">
        <pc:chgData name="Ильяс Сидиков" userId="5f36fc7e-1888-440f-a8f8-2af595699a1a" providerId="ADAL" clId="{F6759552-3C8C-4520-8F3D-81C20D4D7D58}" dt="2023-01-17T14:55:27.079" v="478" actId="20577"/>
        <pc:sldMkLst>
          <pc:docMk/>
          <pc:sldMk cId="3909191626" sldId="372"/>
        </pc:sldMkLst>
        <pc:spChg chg="mod">
          <ac:chgData name="Ильяс Сидиков" userId="5f36fc7e-1888-440f-a8f8-2af595699a1a" providerId="ADAL" clId="{F6759552-3C8C-4520-8F3D-81C20D4D7D58}" dt="2023-01-17T14:55:27.079" v="478" actId="20577"/>
          <ac:spMkLst>
            <pc:docMk/>
            <pc:sldMk cId="3909191626" sldId="372"/>
            <ac:spMk id="26643" creationId="{00000000-0000-0000-0000-000000000000}"/>
          </ac:spMkLst>
        </pc:spChg>
      </pc:sldChg>
      <pc:sldChg chg="modSp add mod">
        <pc:chgData name="Ильяс Сидиков" userId="5f36fc7e-1888-440f-a8f8-2af595699a1a" providerId="ADAL" clId="{F6759552-3C8C-4520-8F3D-81C20D4D7D58}" dt="2023-01-17T14:55:41.523" v="481" actId="20577"/>
        <pc:sldMkLst>
          <pc:docMk/>
          <pc:sldMk cId="2671450647" sldId="373"/>
        </pc:sldMkLst>
        <pc:spChg chg="mod">
          <ac:chgData name="Ильяс Сидиков" userId="5f36fc7e-1888-440f-a8f8-2af595699a1a" providerId="ADAL" clId="{F6759552-3C8C-4520-8F3D-81C20D4D7D58}" dt="2023-01-17T14:55:41.523" v="481" actId="20577"/>
          <ac:spMkLst>
            <pc:docMk/>
            <pc:sldMk cId="2671450647" sldId="373"/>
            <ac:spMk id="26643"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3779986202" sldId="373"/>
        </pc:sldMkLst>
      </pc:sldChg>
      <pc:sldChg chg="del">
        <pc:chgData name="Ильяс Сидиков" userId="5f36fc7e-1888-440f-a8f8-2af595699a1a" providerId="ADAL" clId="{F6759552-3C8C-4520-8F3D-81C20D4D7D58}" dt="2023-01-12T13:38:19.291" v="8" actId="47"/>
        <pc:sldMkLst>
          <pc:docMk/>
          <pc:sldMk cId="2312231977" sldId="374"/>
        </pc:sldMkLst>
      </pc:sldChg>
      <pc:sldChg chg="modSp add mod">
        <pc:chgData name="Ильяс Сидиков" userId="5f36fc7e-1888-440f-a8f8-2af595699a1a" providerId="ADAL" clId="{F6759552-3C8C-4520-8F3D-81C20D4D7D58}" dt="2023-01-17T14:56:20.088" v="507" actId="20577"/>
        <pc:sldMkLst>
          <pc:docMk/>
          <pc:sldMk cId="3167672098" sldId="374"/>
        </pc:sldMkLst>
        <pc:spChg chg="mod">
          <ac:chgData name="Ильяс Сидиков" userId="5f36fc7e-1888-440f-a8f8-2af595699a1a" providerId="ADAL" clId="{F6759552-3C8C-4520-8F3D-81C20D4D7D58}" dt="2023-01-17T14:56:20.088" v="507" actId="20577"/>
          <ac:spMkLst>
            <pc:docMk/>
            <pc:sldMk cId="3167672098" sldId="374"/>
            <ac:spMk id="26643"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3521461587" sldId="375"/>
        </pc:sldMkLst>
      </pc:sldChg>
      <pc:sldChg chg="addSp modSp add mod">
        <pc:chgData name="Ильяс Сидиков" userId="5f36fc7e-1888-440f-a8f8-2af595699a1a" providerId="ADAL" clId="{F6759552-3C8C-4520-8F3D-81C20D4D7D58}" dt="2023-01-17T14:57:08.295" v="519" actId="1076"/>
        <pc:sldMkLst>
          <pc:docMk/>
          <pc:sldMk cId="3963745150" sldId="375"/>
        </pc:sldMkLst>
        <pc:spChg chg="mod">
          <ac:chgData name="Ильяс Сидиков" userId="5f36fc7e-1888-440f-a8f8-2af595699a1a" providerId="ADAL" clId="{F6759552-3C8C-4520-8F3D-81C20D4D7D58}" dt="2023-01-17T14:57:00.545" v="516" actId="1076"/>
          <ac:spMkLst>
            <pc:docMk/>
            <pc:sldMk cId="3963745150" sldId="375"/>
            <ac:spMk id="26643" creationId="{00000000-0000-0000-0000-000000000000}"/>
          </ac:spMkLst>
        </pc:spChg>
        <pc:spChg chg="mod">
          <ac:chgData name="Ильяс Сидиков" userId="5f36fc7e-1888-440f-a8f8-2af595699a1a" providerId="ADAL" clId="{F6759552-3C8C-4520-8F3D-81C20D4D7D58}" dt="2023-01-17T14:56:31.602" v="509"/>
          <ac:spMkLst>
            <pc:docMk/>
            <pc:sldMk cId="3963745150" sldId="375"/>
            <ac:spMk id="26644" creationId="{00000000-0000-0000-0000-000000000000}"/>
          </ac:spMkLst>
        </pc:spChg>
        <pc:picChg chg="add mod">
          <ac:chgData name="Ильяс Сидиков" userId="5f36fc7e-1888-440f-a8f8-2af595699a1a" providerId="ADAL" clId="{F6759552-3C8C-4520-8F3D-81C20D4D7D58}" dt="2023-01-17T14:57:08.295" v="519" actId="1076"/>
          <ac:picMkLst>
            <pc:docMk/>
            <pc:sldMk cId="3963745150" sldId="375"/>
            <ac:picMk id="1026" creationId="{0C726F9B-3EB8-27FD-BBC3-3414750F2846}"/>
          </ac:picMkLst>
        </pc:picChg>
      </pc:sldChg>
      <pc:sldChg chg="delSp modSp add mod">
        <pc:chgData name="Ильяс Сидиков" userId="5f36fc7e-1888-440f-a8f8-2af595699a1a" providerId="ADAL" clId="{F6759552-3C8C-4520-8F3D-81C20D4D7D58}" dt="2023-01-17T14:58:03.641" v="542"/>
        <pc:sldMkLst>
          <pc:docMk/>
          <pc:sldMk cId="3675650205" sldId="376"/>
        </pc:sldMkLst>
        <pc:spChg chg="mod">
          <ac:chgData name="Ильяс Сидиков" userId="5f36fc7e-1888-440f-a8f8-2af595699a1a" providerId="ADAL" clId="{F6759552-3C8C-4520-8F3D-81C20D4D7D58}" dt="2023-01-17T14:58:03.641" v="542"/>
          <ac:spMkLst>
            <pc:docMk/>
            <pc:sldMk cId="3675650205" sldId="376"/>
            <ac:spMk id="26643" creationId="{00000000-0000-0000-0000-000000000000}"/>
          </ac:spMkLst>
        </pc:spChg>
        <pc:picChg chg="del">
          <ac:chgData name="Ильяс Сидиков" userId="5f36fc7e-1888-440f-a8f8-2af595699a1a" providerId="ADAL" clId="{F6759552-3C8C-4520-8F3D-81C20D4D7D58}" dt="2023-01-17T14:57:19.104" v="521" actId="478"/>
          <ac:picMkLst>
            <pc:docMk/>
            <pc:sldMk cId="3675650205" sldId="376"/>
            <ac:picMk id="1026" creationId="{0C726F9B-3EB8-27FD-BBC3-3414750F2846}"/>
          </ac:picMkLst>
        </pc:picChg>
      </pc:sldChg>
      <pc:sldChg chg="del">
        <pc:chgData name="Ильяс Сидиков" userId="5f36fc7e-1888-440f-a8f8-2af595699a1a" providerId="ADAL" clId="{F6759552-3C8C-4520-8F3D-81C20D4D7D58}" dt="2023-01-12T13:38:19.291" v="8" actId="47"/>
        <pc:sldMkLst>
          <pc:docMk/>
          <pc:sldMk cId="4294862064" sldId="376"/>
        </pc:sldMkLst>
      </pc:sldChg>
      <pc:sldChg chg="del">
        <pc:chgData name="Ильяс Сидиков" userId="5f36fc7e-1888-440f-a8f8-2af595699a1a" providerId="ADAL" clId="{F6759552-3C8C-4520-8F3D-81C20D4D7D58}" dt="2023-01-12T13:38:19.291" v="8" actId="47"/>
        <pc:sldMkLst>
          <pc:docMk/>
          <pc:sldMk cId="739482704" sldId="377"/>
        </pc:sldMkLst>
      </pc:sldChg>
      <pc:sldChg chg="modSp add mod">
        <pc:chgData name="Ильяс Сидиков" userId="5f36fc7e-1888-440f-a8f8-2af595699a1a" providerId="ADAL" clId="{F6759552-3C8C-4520-8F3D-81C20D4D7D58}" dt="2023-01-17T14:58:55.815" v="568"/>
        <pc:sldMkLst>
          <pc:docMk/>
          <pc:sldMk cId="1618123091" sldId="377"/>
        </pc:sldMkLst>
        <pc:spChg chg="mod">
          <ac:chgData name="Ильяс Сидиков" userId="5f36fc7e-1888-440f-a8f8-2af595699a1a" providerId="ADAL" clId="{F6759552-3C8C-4520-8F3D-81C20D4D7D58}" dt="2023-01-17T14:58:55.815" v="568"/>
          <ac:spMkLst>
            <pc:docMk/>
            <pc:sldMk cId="1618123091" sldId="377"/>
            <ac:spMk id="26643" creationId="{00000000-0000-0000-0000-000000000000}"/>
          </ac:spMkLst>
        </pc:spChg>
        <pc:spChg chg="mod">
          <ac:chgData name="Ильяс Сидиков" userId="5f36fc7e-1888-440f-a8f8-2af595699a1a" providerId="ADAL" clId="{F6759552-3C8C-4520-8F3D-81C20D4D7D58}" dt="2023-01-17T14:58:13.069" v="544"/>
          <ac:spMkLst>
            <pc:docMk/>
            <pc:sldMk cId="1618123091" sldId="377"/>
            <ac:spMk id="26644" creationId="{00000000-0000-0000-0000-000000000000}"/>
          </ac:spMkLst>
        </pc:spChg>
      </pc:sldChg>
      <pc:sldChg chg="del">
        <pc:chgData name="Ильяс Сидиков" userId="5f36fc7e-1888-440f-a8f8-2af595699a1a" providerId="ADAL" clId="{F6759552-3C8C-4520-8F3D-81C20D4D7D58}" dt="2023-01-12T13:38:19.291" v="8" actId="47"/>
        <pc:sldMkLst>
          <pc:docMk/>
          <pc:sldMk cId="702690901" sldId="378"/>
        </pc:sldMkLst>
      </pc:sldChg>
      <pc:sldChg chg="addSp delSp modSp add mod">
        <pc:chgData name="Ильяс Сидиков" userId="5f36fc7e-1888-440f-a8f8-2af595699a1a" providerId="ADAL" clId="{F6759552-3C8C-4520-8F3D-81C20D4D7D58}" dt="2023-01-17T14:59:25.570" v="576"/>
        <pc:sldMkLst>
          <pc:docMk/>
          <pc:sldMk cId="1309615265" sldId="378"/>
        </pc:sldMkLst>
        <pc:spChg chg="mod">
          <ac:chgData name="Ильяс Сидиков" userId="5f36fc7e-1888-440f-a8f8-2af595699a1a" providerId="ADAL" clId="{F6759552-3C8C-4520-8F3D-81C20D4D7D58}" dt="2023-01-17T14:59:04.977" v="571" actId="20577"/>
          <ac:spMkLst>
            <pc:docMk/>
            <pc:sldMk cId="1309615265" sldId="378"/>
            <ac:spMk id="26643" creationId="{00000000-0000-0000-0000-000000000000}"/>
          </ac:spMkLst>
        </pc:spChg>
        <pc:picChg chg="add mod">
          <ac:chgData name="Ильяс Сидиков" userId="5f36fc7e-1888-440f-a8f8-2af595699a1a" providerId="ADAL" clId="{F6759552-3C8C-4520-8F3D-81C20D4D7D58}" dt="2023-01-17T14:59:17.026" v="574" actId="1076"/>
          <ac:picMkLst>
            <pc:docMk/>
            <pc:sldMk cId="1309615265" sldId="378"/>
            <ac:picMk id="2050" creationId="{224006CD-6721-AF8D-535C-915BB0555C40}"/>
          </ac:picMkLst>
        </pc:picChg>
        <pc:picChg chg="add del">
          <ac:chgData name="Ильяс Сидиков" userId="5f36fc7e-1888-440f-a8f8-2af595699a1a" providerId="ADAL" clId="{F6759552-3C8C-4520-8F3D-81C20D4D7D58}" dt="2023-01-17T14:59:25.570" v="576"/>
          <ac:picMkLst>
            <pc:docMk/>
            <pc:sldMk cId="1309615265" sldId="378"/>
            <ac:picMk id="2052" creationId="{5C727D23-A1B9-8E0B-F276-45E39EB88B11}"/>
          </ac:picMkLst>
        </pc:picChg>
      </pc:sldChg>
      <pc:sldChg chg="delSp modSp add mod">
        <pc:chgData name="Ильяс Сидиков" userId="5f36fc7e-1888-440f-a8f8-2af595699a1a" providerId="ADAL" clId="{F6759552-3C8C-4520-8F3D-81C20D4D7D58}" dt="2023-01-17T14:59:52.121" v="589" actId="20577"/>
        <pc:sldMkLst>
          <pc:docMk/>
          <pc:sldMk cId="1715627678" sldId="379"/>
        </pc:sldMkLst>
        <pc:spChg chg="mod">
          <ac:chgData name="Ильяс Сидиков" userId="5f36fc7e-1888-440f-a8f8-2af595699a1a" providerId="ADAL" clId="{F6759552-3C8C-4520-8F3D-81C20D4D7D58}" dt="2023-01-17T14:59:52.121" v="589" actId="20577"/>
          <ac:spMkLst>
            <pc:docMk/>
            <pc:sldMk cId="1715627678" sldId="379"/>
            <ac:spMk id="26643" creationId="{00000000-0000-0000-0000-000000000000}"/>
          </ac:spMkLst>
        </pc:spChg>
        <pc:spChg chg="mod">
          <ac:chgData name="Ильяс Сидиков" userId="5f36fc7e-1888-440f-a8f8-2af595699a1a" providerId="ADAL" clId="{F6759552-3C8C-4520-8F3D-81C20D4D7D58}" dt="2023-01-17T14:59:33.018" v="578"/>
          <ac:spMkLst>
            <pc:docMk/>
            <pc:sldMk cId="1715627678" sldId="379"/>
            <ac:spMk id="26644" creationId="{00000000-0000-0000-0000-000000000000}"/>
          </ac:spMkLst>
        </pc:spChg>
        <pc:picChg chg="del">
          <ac:chgData name="Ильяс Сидиков" userId="5f36fc7e-1888-440f-a8f8-2af595699a1a" providerId="ADAL" clId="{F6759552-3C8C-4520-8F3D-81C20D4D7D58}" dt="2023-01-17T14:59:34.379" v="579" actId="478"/>
          <ac:picMkLst>
            <pc:docMk/>
            <pc:sldMk cId="1715627678" sldId="379"/>
            <ac:picMk id="2050" creationId="{224006CD-6721-AF8D-535C-915BB0555C40}"/>
          </ac:picMkLst>
        </pc:picChg>
      </pc:sldChg>
      <pc:sldChg chg="del">
        <pc:chgData name="Ильяс Сидиков" userId="5f36fc7e-1888-440f-a8f8-2af595699a1a" providerId="ADAL" clId="{F6759552-3C8C-4520-8F3D-81C20D4D7D58}" dt="2023-01-12T13:38:19.291" v="8" actId="47"/>
        <pc:sldMkLst>
          <pc:docMk/>
          <pc:sldMk cId="2951403715" sldId="379"/>
        </pc:sldMkLst>
      </pc:sldChg>
      <pc:sldChg chg="del">
        <pc:chgData name="Ильяс Сидиков" userId="5f36fc7e-1888-440f-a8f8-2af595699a1a" providerId="ADAL" clId="{F6759552-3C8C-4520-8F3D-81C20D4D7D58}" dt="2023-01-12T13:38:19.291" v="8" actId="47"/>
        <pc:sldMkLst>
          <pc:docMk/>
          <pc:sldMk cId="3238414325" sldId="380"/>
        </pc:sldMkLst>
      </pc:sldChg>
      <pc:sldChg chg="modSp add mod">
        <pc:chgData name="Ильяс Сидиков" userId="5f36fc7e-1888-440f-a8f8-2af595699a1a" providerId="ADAL" clId="{F6759552-3C8C-4520-8F3D-81C20D4D7D58}" dt="2023-01-17T15:01:20.603" v="596" actId="20577"/>
        <pc:sldMkLst>
          <pc:docMk/>
          <pc:sldMk cId="3767972032" sldId="380"/>
        </pc:sldMkLst>
        <pc:spChg chg="mod">
          <ac:chgData name="Ильяс Сидиков" userId="5f36fc7e-1888-440f-a8f8-2af595699a1a" providerId="ADAL" clId="{F6759552-3C8C-4520-8F3D-81C20D4D7D58}" dt="2023-01-17T15:01:20.603" v="596" actId="20577"/>
          <ac:spMkLst>
            <pc:docMk/>
            <pc:sldMk cId="3767972032" sldId="380"/>
            <ac:spMk id="26643" creationId="{00000000-0000-0000-0000-000000000000}"/>
          </ac:spMkLst>
        </pc:spChg>
        <pc:spChg chg="mod">
          <ac:chgData name="Ильяс Сидиков" userId="5f36fc7e-1888-440f-a8f8-2af595699a1a" providerId="ADAL" clId="{F6759552-3C8C-4520-8F3D-81C20D4D7D58}" dt="2023-01-17T15:01:06.810" v="591"/>
          <ac:spMkLst>
            <pc:docMk/>
            <pc:sldMk cId="3767972032" sldId="380"/>
            <ac:spMk id="26644" creationId="{00000000-0000-0000-0000-000000000000}"/>
          </ac:spMkLst>
        </pc:spChg>
      </pc:sldChg>
      <pc:sldChg chg="del">
        <pc:chgData name="Ильяс Сидиков" userId="5f36fc7e-1888-440f-a8f8-2af595699a1a" providerId="ADAL" clId="{F6759552-3C8C-4520-8F3D-81C20D4D7D58}" dt="2023-01-12T13:38:10.538" v="5" actId="47"/>
        <pc:sldMkLst>
          <pc:docMk/>
          <pc:sldMk cId="3178599218" sldId="381"/>
        </pc:sldMkLst>
      </pc:sldChg>
      <pc:sldChg chg="modSp add mod">
        <pc:chgData name="Ильяс Сидиков" userId="5f36fc7e-1888-440f-a8f8-2af595699a1a" providerId="ADAL" clId="{F6759552-3C8C-4520-8F3D-81C20D4D7D58}" dt="2023-01-17T15:01:32.738" v="600" actId="20577"/>
        <pc:sldMkLst>
          <pc:docMk/>
          <pc:sldMk cId="3419864409" sldId="381"/>
        </pc:sldMkLst>
        <pc:spChg chg="mod">
          <ac:chgData name="Ильяс Сидиков" userId="5f36fc7e-1888-440f-a8f8-2af595699a1a" providerId="ADAL" clId="{F6759552-3C8C-4520-8F3D-81C20D4D7D58}" dt="2023-01-17T15:01:32.738" v="600" actId="20577"/>
          <ac:spMkLst>
            <pc:docMk/>
            <pc:sldMk cId="3419864409" sldId="381"/>
            <ac:spMk id="26643" creationId="{00000000-0000-0000-0000-000000000000}"/>
          </ac:spMkLst>
        </pc:spChg>
      </pc:sldChg>
      <pc:sldChg chg="modSp add mod">
        <pc:chgData name="Ильяс Сидиков" userId="5f36fc7e-1888-440f-a8f8-2af595699a1a" providerId="ADAL" clId="{F6759552-3C8C-4520-8F3D-81C20D4D7D58}" dt="2023-01-17T15:01:49.207" v="611" actId="20577"/>
        <pc:sldMkLst>
          <pc:docMk/>
          <pc:sldMk cId="1327584898" sldId="382"/>
        </pc:sldMkLst>
        <pc:spChg chg="mod">
          <ac:chgData name="Ильяс Сидиков" userId="5f36fc7e-1888-440f-a8f8-2af595699a1a" providerId="ADAL" clId="{F6759552-3C8C-4520-8F3D-81C20D4D7D58}" dt="2023-01-17T15:01:49.207" v="611" actId="20577"/>
          <ac:spMkLst>
            <pc:docMk/>
            <pc:sldMk cId="1327584898" sldId="382"/>
            <ac:spMk id="26643" creationId="{00000000-0000-0000-0000-000000000000}"/>
          </ac:spMkLst>
        </pc:spChg>
      </pc:sldChg>
      <pc:sldChg chg="del">
        <pc:chgData name="Ильяс Сидиков" userId="5f36fc7e-1888-440f-a8f8-2af595699a1a" providerId="ADAL" clId="{F6759552-3C8C-4520-8F3D-81C20D4D7D58}" dt="2023-01-12T13:38:16.301" v="7" actId="47"/>
        <pc:sldMkLst>
          <pc:docMk/>
          <pc:sldMk cId="2734261419" sldId="382"/>
        </pc:sldMkLst>
      </pc:sldChg>
      <pc:sldChg chg="del">
        <pc:chgData name="Ильяс Сидиков" userId="5f36fc7e-1888-440f-a8f8-2af595699a1a" providerId="ADAL" clId="{F6759552-3C8C-4520-8F3D-81C20D4D7D58}" dt="2023-01-12T13:38:16.301" v="7" actId="47"/>
        <pc:sldMkLst>
          <pc:docMk/>
          <pc:sldMk cId="1889624584" sldId="383"/>
        </pc:sldMkLst>
      </pc:sldChg>
      <pc:sldChg chg="modSp add mod">
        <pc:chgData name="Ильяс Сидиков" userId="5f36fc7e-1888-440f-a8f8-2af595699a1a" providerId="ADAL" clId="{F6759552-3C8C-4520-8F3D-81C20D4D7D58}" dt="2023-01-17T15:02:21.466" v="624" actId="20577"/>
        <pc:sldMkLst>
          <pc:docMk/>
          <pc:sldMk cId="3342142185" sldId="383"/>
        </pc:sldMkLst>
        <pc:spChg chg="mod">
          <ac:chgData name="Ильяс Сидиков" userId="5f36fc7e-1888-440f-a8f8-2af595699a1a" providerId="ADAL" clId="{F6759552-3C8C-4520-8F3D-81C20D4D7D58}" dt="2023-01-17T15:02:21.466" v="624" actId="20577"/>
          <ac:spMkLst>
            <pc:docMk/>
            <pc:sldMk cId="3342142185" sldId="383"/>
            <ac:spMk id="26643" creationId="{00000000-0000-0000-0000-000000000000}"/>
          </ac:spMkLst>
        </pc:spChg>
      </pc:sldChg>
      <pc:sldChg chg="del">
        <pc:chgData name="Ильяс Сидиков" userId="5f36fc7e-1888-440f-a8f8-2af595699a1a" providerId="ADAL" clId="{F6759552-3C8C-4520-8F3D-81C20D4D7D58}" dt="2023-01-12T13:38:16.301" v="7" actId="47"/>
        <pc:sldMkLst>
          <pc:docMk/>
          <pc:sldMk cId="1531087390" sldId="384"/>
        </pc:sldMkLst>
      </pc:sldChg>
      <pc:sldChg chg="modSp add mod">
        <pc:chgData name="Ильяс Сидиков" userId="5f36fc7e-1888-440f-a8f8-2af595699a1a" providerId="ADAL" clId="{F6759552-3C8C-4520-8F3D-81C20D4D7D58}" dt="2023-01-17T15:03:33.630" v="633" actId="20577"/>
        <pc:sldMkLst>
          <pc:docMk/>
          <pc:sldMk cId="2877469952" sldId="384"/>
        </pc:sldMkLst>
        <pc:spChg chg="mod">
          <ac:chgData name="Ильяс Сидиков" userId="5f36fc7e-1888-440f-a8f8-2af595699a1a" providerId="ADAL" clId="{F6759552-3C8C-4520-8F3D-81C20D4D7D58}" dt="2023-01-17T15:03:33.630" v="633" actId="20577"/>
          <ac:spMkLst>
            <pc:docMk/>
            <pc:sldMk cId="2877469952" sldId="384"/>
            <ac:spMk id="26643" creationId="{00000000-0000-0000-0000-000000000000}"/>
          </ac:spMkLst>
        </pc:spChg>
      </pc:sldChg>
      <pc:sldChg chg="modSp add mod">
        <pc:chgData name="Ильяс Сидиков" userId="5f36fc7e-1888-440f-a8f8-2af595699a1a" providerId="ADAL" clId="{F6759552-3C8C-4520-8F3D-81C20D4D7D58}" dt="2023-01-17T15:03:53.573" v="640" actId="12"/>
        <pc:sldMkLst>
          <pc:docMk/>
          <pc:sldMk cId="1618127403" sldId="385"/>
        </pc:sldMkLst>
        <pc:spChg chg="mod">
          <ac:chgData name="Ильяс Сидиков" userId="5f36fc7e-1888-440f-a8f8-2af595699a1a" providerId="ADAL" clId="{F6759552-3C8C-4520-8F3D-81C20D4D7D58}" dt="2023-01-17T15:03:53.573" v="640" actId="12"/>
          <ac:spMkLst>
            <pc:docMk/>
            <pc:sldMk cId="1618127403" sldId="385"/>
            <ac:spMk id="26643" creationId="{00000000-0000-0000-0000-000000000000}"/>
          </ac:spMkLst>
        </pc:spChg>
      </pc:sldChg>
      <pc:sldChg chg="del">
        <pc:chgData name="Ильяс Сидиков" userId="5f36fc7e-1888-440f-a8f8-2af595699a1a" providerId="ADAL" clId="{F6759552-3C8C-4520-8F3D-81C20D4D7D58}" dt="2023-01-12T13:38:16.301" v="7" actId="47"/>
        <pc:sldMkLst>
          <pc:docMk/>
          <pc:sldMk cId="2142227914" sldId="385"/>
        </pc:sldMkLst>
      </pc:sldChg>
      <pc:sldChg chg="modSp add mod">
        <pc:chgData name="Ильяс Сидиков" userId="5f36fc7e-1888-440f-a8f8-2af595699a1a" providerId="ADAL" clId="{F6759552-3C8C-4520-8F3D-81C20D4D7D58}" dt="2023-01-17T15:04:14.751" v="649" actId="20577"/>
        <pc:sldMkLst>
          <pc:docMk/>
          <pc:sldMk cId="335043783" sldId="386"/>
        </pc:sldMkLst>
        <pc:spChg chg="mod">
          <ac:chgData name="Ильяс Сидиков" userId="5f36fc7e-1888-440f-a8f8-2af595699a1a" providerId="ADAL" clId="{F6759552-3C8C-4520-8F3D-81C20D4D7D58}" dt="2023-01-17T15:04:14.751" v="649" actId="20577"/>
          <ac:spMkLst>
            <pc:docMk/>
            <pc:sldMk cId="335043783" sldId="386"/>
            <ac:spMk id="26643" creationId="{00000000-0000-0000-0000-000000000000}"/>
          </ac:spMkLst>
        </pc:spChg>
      </pc:sldChg>
      <pc:sldChg chg="del">
        <pc:chgData name="Ильяс Сидиков" userId="5f36fc7e-1888-440f-a8f8-2af595699a1a" providerId="ADAL" clId="{F6759552-3C8C-4520-8F3D-81C20D4D7D58}" dt="2023-01-12T13:38:16.301" v="7" actId="47"/>
        <pc:sldMkLst>
          <pc:docMk/>
          <pc:sldMk cId="775987074" sldId="386"/>
        </pc:sldMkLst>
      </pc:sldChg>
      <pc:sldChg chg="del">
        <pc:chgData name="Ильяс Сидиков" userId="5f36fc7e-1888-440f-a8f8-2af595699a1a" providerId="ADAL" clId="{F6759552-3C8C-4520-8F3D-81C20D4D7D58}" dt="2023-01-12T13:38:16.301" v="7" actId="47"/>
        <pc:sldMkLst>
          <pc:docMk/>
          <pc:sldMk cId="2608715097" sldId="387"/>
        </pc:sldMkLst>
      </pc:sldChg>
      <pc:sldChg chg="modSp add mod">
        <pc:chgData name="Ильяс Сидиков" userId="5f36fc7e-1888-440f-a8f8-2af595699a1a" providerId="ADAL" clId="{F6759552-3C8C-4520-8F3D-81C20D4D7D58}" dt="2023-01-23T15:25:33.806" v="651"/>
        <pc:sldMkLst>
          <pc:docMk/>
          <pc:sldMk cId="3237301195" sldId="387"/>
        </pc:sldMkLst>
        <pc:spChg chg="mod">
          <ac:chgData name="Ильяс Сидиков" userId="5f36fc7e-1888-440f-a8f8-2af595699a1a" providerId="ADAL" clId="{F6759552-3C8C-4520-8F3D-81C20D4D7D58}" dt="2023-01-23T15:25:33.806" v="651"/>
          <ac:spMkLst>
            <pc:docMk/>
            <pc:sldMk cId="3237301195" sldId="387"/>
            <ac:spMk id="8194" creationId="{00000000-0000-0000-0000-000000000000}"/>
          </ac:spMkLst>
        </pc:spChg>
      </pc:sldChg>
      <pc:sldChg chg="modSp add mod">
        <pc:chgData name="Ильяс Сидиков" userId="5f36fc7e-1888-440f-a8f8-2af595699a1a" providerId="ADAL" clId="{F6759552-3C8C-4520-8F3D-81C20D4D7D58}" dt="2023-01-23T15:35:59.307" v="656" actId="20577"/>
        <pc:sldMkLst>
          <pc:docMk/>
          <pc:sldMk cId="1689236562" sldId="388"/>
        </pc:sldMkLst>
        <pc:spChg chg="mod">
          <ac:chgData name="Ильяс Сидиков" userId="5f36fc7e-1888-440f-a8f8-2af595699a1a" providerId="ADAL" clId="{F6759552-3C8C-4520-8F3D-81C20D4D7D58}" dt="2023-01-23T15:35:59.307" v="656" actId="20577"/>
          <ac:spMkLst>
            <pc:docMk/>
            <pc:sldMk cId="1689236562" sldId="388"/>
            <ac:spMk id="26643" creationId="{00000000-0000-0000-0000-000000000000}"/>
          </ac:spMkLst>
        </pc:spChg>
        <pc:spChg chg="mod">
          <ac:chgData name="Ильяс Сидиков" userId="5f36fc7e-1888-440f-a8f8-2af595699a1a" providerId="ADAL" clId="{F6759552-3C8C-4520-8F3D-81C20D4D7D58}" dt="2023-01-23T15:34:37.774" v="652"/>
          <ac:spMkLst>
            <pc:docMk/>
            <pc:sldMk cId="1689236562" sldId="388"/>
            <ac:spMk id="26644" creationId="{00000000-0000-0000-0000-000000000000}"/>
          </ac:spMkLst>
        </pc:spChg>
      </pc:sldChg>
      <pc:sldChg chg="del">
        <pc:chgData name="Ильяс Сидиков" userId="5f36fc7e-1888-440f-a8f8-2af595699a1a" providerId="ADAL" clId="{F6759552-3C8C-4520-8F3D-81C20D4D7D58}" dt="2023-01-12T13:38:13.702" v="6" actId="47"/>
        <pc:sldMkLst>
          <pc:docMk/>
          <pc:sldMk cId="1780327914" sldId="388"/>
        </pc:sldMkLst>
      </pc:sldChg>
      <pc:sldChg chg="del">
        <pc:chgData name="Ильяс Сидиков" userId="5f36fc7e-1888-440f-a8f8-2af595699a1a" providerId="ADAL" clId="{F6759552-3C8C-4520-8F3D-81C20D4D7D58}" dt="2023-01-12T13:38:13.702" v="6" actId="47"/>
        <pc:sldMkLst>
          <pc:docMk/>
          <pc:sldMk cId="2983251694" sldId="389"/>
        </pc:sldMkLst>
      </pc:sldChg>
      <pc:sldChg chg="addSp modSp add mod">
        <pc:chgData name="Ильяс Сидиков" userId="5f36fc7e-1888-440f-a8f8-2af595699a1a" providerId="ADAL" clId="{F6759552-3C8C-4520-8F3D-81C20D4D7D58}" dt="2023-01-23T15:37:19.209" v="664" actId="1076"/>
        <pc:sldMkLst>
          <pc:docMk/>
          <pc:sldMk cId="3652948485" sldId="389"/>
        </pc:sldMkLst>
        <pc:spChg chg="mod">
          <ac:chgData name="Ильяс Сидиков" userId="5f36fc7e-1888-440f-a8f8-2af595699a1a" providerId="ADAL" clId="{F6759552-3C8C-4520-8F3D-81C20D4D7D58}" dt="2023-01-23T15:36:24.660" v="660" actId="20577"/>
          <ac:spMkLst>
            <pc:docMk/>
            <pc:sldMk cId="3652948485" sldId="389"/>
            <ac:spMk id="26643" creationId="{00000000-0000-0000-0000-000000000000}"/>
          </ac:spMkLst>
        </pc:spChg>
        <pc:picChg chg="add mod">
          <ac:chgData name="Ильяс Сидиков" userId="5f36fc7e-1888-440f-a8f8-2af595699a1a" providerId="ADAL" clId="{F6759552-3C8C-4520-8F3D-81C20D4D7D58}" dt="2023-01-23T15:37:19.209" v="664" actId="1076"/>
          <ac:picMkLst>
            <pc:docMk/>
            <pc:sldMk cId="3652948485" sldId="389"/>
            <ac:picMk id="3" creationId="{1DA88EB1-1B88-60E2-8211-09F6E15A0620}"/>
          </ac:picMkLst>
        </pc:picChg>
      </pc:sldChg>
      <pc:sldChg chg="delSp modSp add mod">
        <pc:chgData name="Ильяс Сидиков" userId="5f36fc7e-1888-440f-a8f8-2af595699a1a" providerId="ADAL" clId="{F6759552-3C8C-4520-8F3D-81C20D4D7D58}" dt="2023-01-23T15:37:46.619" v="672" actId="20577"/>
        <pc:sldMkLst>
          <pc:docMk/>
          <pc:sldMk cId="938917856" sldId="390"/>
        </pc:sldMkLst>
        <pc:spChg chg="mod">
          <ac:chgData name="Ильяс Сидиков" userId="5f36fc7e-1888-440f-a8f8-2af595699a1a" providerId="ADAL" clId="{F6759552-3C8C-4520-8F3D-81C20D4D7D58}" dt="2023-01-23T15:37:46.619" v="672" actId="20577"/>
          <ac:spMkLst>
            <pc:docMk/>
            <pc:sldMk cId="938917856" sldId="390"/>
            <ac:spMk id="26643" creationId="{00000000-0000-0000-0000-000000000000}"/>
          </ac:spMkLst>
        </pc:spChg>
        <pc:picChg chg="del">
          <ac:chgData name="Ильяс Сидиков" userId="5f36fc7e-1888-440f-a8f8-2af595699a1a" providerId="ADAL" clId="{F6759552-3C8C-4520-8F3D-81C20D4D7D58}" dt="2023-01-23T15:37:35.160" v="666" actId="478"/>
          <ac:picMkLst>
            <pc:docMk/>
            <pc:sldMk cId="938917856" sldId="390"/>
            <ac:picMk id="3" creationId="{1DA88EB1-1B88-60E2-8211-09F6E15A0620}"/>
          </ac:picMkLst>
        </pc:picChg>
      </pc:sldChg>
      <pc:sldChg chg="del">
        <pc:chgData name="Ильяс Сидиков" userId="5f36fc7e-1888-440f-a8f8-2af595699a1a" providerId="ADAL" clId="{F6759552-3C8C-4520-8F3D-81C20D4D7D58}" dt="2023-01-12T13:38:13.702" v="6" actId="47"/>
        <pc:sldMkLst>
          <pc:docMk/>
          <pc:sldMk cId="2176902498" sldId="390"/>
        </pc:sldMkLst>
      </pc:sldChg>
      <pc:sldChg chg="del">
        <pc:chgData name="Ильяс Сидиков" userId="5f36fc7e-1888-440f-a8f8-2af595699a1a" providerId="ADAL" clId="{F6759552-3C8C-4520-8F3D-81C20D4D7D58}" dt="2023-01-12T13:38:13.702" v="6" actId="47"/>
        <pc:sldMkLst>
          <pc:docMk/>
          <pc:sldMk cId="1810372438" sldId="391"/>
        </pc:sldMkLst>
      </pc:sldChg>
      <pc:sldChg chg="modSp add mod">
        <pc:chgData name="Ильяс Сидиков" userId="5f36fc7e-1888-440f-a8f8-2af595699a1a" providerId="ADAL" clId="{F6759552-3C8C-4520-8F3D-81C20D4D7D58}" dt="2023-01-23T15:38:02.906" v="677" actId="20577"/>
        <pc:sldMkLst>
          <pc:docMk/>
          <pc:sldMk cId="2042615722" sldId="391"/>
        </pc:sldMkLst>
        <pc:spChg chg="mod">
          <ac:chgData name="Ильяс Сидиков" userId="5f36fc7e-1888-440f-a8f8-2af595699a1a" providerId="ADAL" clId="{F6759552-3C8C-4520-8F3D-81C20D4D7D58}" dt="2023-01-23T15:38:02.906" v="677" actId="20577"/>
          <ac:spMkLst>
            <pc:docMk/>
            <pc:sldMk cId="2042615722" sldId="391"/>
            <ac:spMk id="26643" creationId="{00000000-0000-0000-0000-000000000000}"/>
          </ac:spMkLst>
        </pc:spChg>
      </pc:sldChg>
      <pc:sldChg chg="del">
        <pc:chgData name="Ильяс Сидиков" userId="5f36fc7e-1888-440f-a8f8-2af595699a1a" providerId="ADAL" clId="{F6759552-3C8C-4520-8F3D-81C20D4D7D58}" dt="2023-01-12T13:38:13.702" v="6" actId="47"/>
        <pc:sldMkLst>
          <pc:docMk/>
          <pc:sldMk cId="2164582115" sldId="392"/>
        </pc:sldMkLst>
      </pc:sldChg>
      <pc:sldChg chg="modSp add mod">
        <pc:chgData name="Ильяс Сидиков" userId="5f36fc7e-1888-440f-a8f8-2af595699a1a" providerId="ADAL" clId="{F6759552-3C8C-4520-8F3D-81C20D4D7D58}" dt="2023-01-23T15:38:21.965" v="681" actId="20577"/>
        <pc:sldMkLst>
          <pc:docMk/>
          <pc:sldMk cId="2873327879" sldId="392"/>
        </pc:sldMkLst>
        <pc:spChg chg="mod">
          <ac:chgData name="Ильяс Сидиков" userId="5f36fc7e-1888-440f-a8f8-2af595699a1a" providerId="ADAL" clId="{F6759552-3C8C-4520-8F3D-81C20D4D7D58}" dt="2023-01-23T15:38:21.965" v="681" actId="20577"/>
          <ac:spMkLst>
            <pc:docMk/>
            <pc:sldMk cId="2873327879" sldId="392"/>
            <ac:spMk id="26643" creationId="{00000000-0000-0000-0000-000000000000}"/>
          </ac:spMkLst>
        </pc:spChg>
      </pc:sldChg>
      <pc:sldChg chg="del">
        <pc:chgData name="Ильяс Сидиков" userId="5f36fc7e-1888-440f-a8f8-2af595699a1a" providerId="ADAL" clId="{F6759552-3C8C-4520-8F3D-81C20D4D7D58}" dt="2023-01-12T13:38:13.702" v="6" actId="47"/>
        <pc:sldMkLst>
          <pc:docMk/>
          <pc:sldMk cId="789078193" sldId="393"/>
        </pc:sldMkLst>
      </pc:sldChg>
      <pc:sldChg chg="modSp add mod">
        <pc:chgData name="Ильяс Сидиков" userId="5f36fc7e-1888-440f-a8f8-2af595699a1a" providerId="ADAL" clId="{F6759552-3C8C-4520-8F3D-81C20D4D7D58}" dt="2023-01-23T15:39:00.325" v="683"/>
        <pc:sldMkLst>
          <pc:docMk/>
          <pc:sldMk cId="961267275" sldId="393"/>
        </pc:sldMkLst>
        <pc:spChg chg="mod">
          <ac:chgData name="Ильяс Сидиков" userId="5f36fc7e-1888-440f-a8f8-2af595699a1a" providerId="ADAL" clId="{F6759552-3C8C-4520-8F3D-81C20D4D7D58}" dt="2023-01-23T15:39:00.325" v="683"/>
          <ac:spMkLst>
            <pc:docMk/>
            <pc:sldMk cId="961267275" sldId="393"/>
            <ac:spMk id="8194" creationId="{00000000-0000-0000-0000-000000000000}"/>
          </ac:spMkLst>
        </pc:spChg>
      </pc:sldChg>
      <pc:sldChg chg="del">
        <pc:chgData name="Ильяс Сидиков" userId="5f36fc7e-1888-440f-a8f8-2af595699a1a" providerId="ADAL" clId="{F6759552-3C8C-4520-8F3D-81C20D4D7D58}" dt="2023-01-12T13:38:13.702" v="6" actId="47"/>
        <pc:sldMkLst>
          <pc:docMk/>
          <pc:sldMk cId="1363018028" sldId="394"/>
        </pc:sldMkLst>
      </pc:sldChg>
      <pc:sldChg chg="modSp add mod">
        <pc:chgData name="Ильяс Сидиков" userId="5f36fc7e-1888-440f-a8f8-2af595699a1a" providerId="ADAL" clId="{F6759552-3C8C-4520-8F3D-81C20D4D7D58}" dt="2023-01-23T15:41:25.933" v="689" actId="20577"/>
        <pc:sldMkLst>
          <pc:docMk/>
          <pc:sldMk cId="4162028680" sldId="394"/>
        </pc:sldMkLst>
        <pc:spChg chg="mod">
          <ac:chgData name="Ильяс Сидиков" userId="5f36fc7e-1888-440f-a8f8-2af595699a1a" providerId="ADAL" clId="{F6759552-3C8C-4520-8F3D-81C20D4D7D58}" dt="2023-01-23T15:41:25.933" v="689" actId="20577"/>
          <ac:spMkLst>
            <pc:docMk/>
            <pc:sldMk cId="4162028680" sldId="394"/>
            <ac:spMk id="26643" creationId="{00000000-0000-0000-0000-000000000000}"/>
          </ac:spMkLst>
        </pc:spChg>
        <pc:spChg chg="mod">
          <ac:chgData name="Ильяс Сидиков" userId="5f36fc7e-1888-440f-a8f8-2af595699a1a" providerId="ADAL" clId="{F6759552-3C8C-4520-8F3D-81C20D4D7D58}" dt="2023-01-23T15:40:13.813" v="684"/>
          <ac:spMkLst>
            <pc:docMk/>
            <pc:sldMk cId="4162028680" sldId="394"/>
            <ac:spMk id="26644" creationId="{00000000-0000-0000-0000-000000000000}"/>
          </ac:spMkLst>
        </pc:spChg>
      </pc:sldChg>
      <pc:sldChg chg="modSp add mod">
        <pc:chgData name="Ильяс Сидиков" userId="5f36fc7e-1888-440f-a8f8-2af595699a1a" providerId="ADAL" clId="{F6759552-3C8C-4520-8F3D-81C20D4D7D58}" dt="2023-01-23T15:42:37.971" v="695" actId="207"/>
        <pc:sldMkLst>
          <pc:docMk/>
          <pc:sldMk cId="2727440315" sldId="395"/>
        </pc:sldMkLst>
        <pc:spChg chg="mod">
          <ac:chgData name="Ильяс Сидиков" userId="5f36fc7e-1888-440f-a8f8-2af595699a1a" providerId="ADAL" clId="{F6759552-3C8C-4520-8F3D-81C20D4D7D58}" dt="2023-01-23T15:42:34.224" v="694" actId="20577"/>
          <ac:spMkLst>
            <pc:docMk/>
            <pc:sldMk cId="2727440315" sldId="395"/>
            <ac:spMk id="26643" creationId="{00000000-0000-0000-0000-000000000000}"/>
          </ac:spMkLst>
        </pc:spChg>
        <pc:spChg chg="mod">
          <ac:chgData name="Ильяс Сидиков" userId="5f36fc7e-1888-440f-a8f8-2af595699a1a" providerId="ADAL" clId="{F6759552-3C8C-4520-8F3D-81C20D4D7D58}" dt="2023-01-23T15:42:37.971" v="695" actId="207"/>
          <ac:spMkLst>
            <pc:docMk/>
            <pc:sldMk cId="2727440315" sldId="395"/>
            <ac:spMk id="26644" creationId="{00000000-0000-0000-0000-000000000000}"/>
          </ac:spMkLst>
        </pc:spChg>
      </pc:sldChg>
      <pc:sldChg chg="del">
        <pc:chgData name="Ильяс Сидиков" userId="5f36fc7e-1888-440f-a8f8-2af595699a1a" providerId="ADAL" clId="{F6759552-3C8C-4520-8F3D-81C20D4D7D58}" dt="2023-01-12T13:38:13.702" v="6" actId="47"/>
        <pc:sldMkLst>
          <pc:docMk/>
          <pc:sldMk cId="3385807903" sldId="395"/>
        </pc:sldMkLst>
      </pc:sldChg>
      <pc:sldChg chg="addSp delSp modSp add mod">
        <pc:chgData name="Ильяс Сидиков" userId="5f36fc7e-1888-440f-a8f8-2af595699a1a" providerId="ADAL" clId="{F6759552-3C8C-4520-8F3D-81C20D4D7D58}" dt="2023-01-23T15:44:13.665" v="716" actId="2711"/>
        <pc:sldMkLst>
          <pc:docMk/>
          <pc:sldMk cId="559551950" sldId="396"/>
        </pc:sldMkLst>
        <pc:spChg chg="add mod">
          <ac:chgData name="Ильяс Сидиков" userId="5f36fc7e-1888-440f-a8f8-2af595699a1a" providerId="ADAL" clId="{F6759552-3C8C-4520-8F3D-81C20D4D7D58}" dt="2023-01-23T15:44:13.665" v="716" actId="2711"/>
          <ac:spMkLst>
            <pc:docMk/>
            <pc:sldMk cId="559551950" sldId="396"/>
            <ac:spMk id="5" creationId="{96834F0E-3BEE-0224-9B64-5549B2341C55}"/>
          </ac:spMkLst>
        </pc:spChg>
        <pc:spChg chg="del">
          <ac:chgData name="Ильяс Сидиков" userId="5f36fc7e-1888-440f-a8f8-2af595699a1a" providerId="ADAL" clId="{F6759552-3C8C-4520-8F3D-81C20D4D7D58}" dt="2023-01-23T15:42:51.666" v="697" actId="478"/>
          <ac:spMkLst>
            <pc:docMk/>
            <pc:sldMk cId="559551950" sldId="396"/>
            <ac:spMk id="26643" creationId="{00000000-0000-0000-0000-000000000000}"/>
          </ac:spMkLst>
        </pc:spChg>
        <pc:picChg chg="add mod">
          <ac:chgData name="Ильяс Сидиков" userId="5f36fc7e-1888-440f-a8f8-2af595699a1a" providerId="ADAL" clId="{F6759552-3C8C-4520-8F3D-81C20D4D7D58}" dt="2023-01-23T15:43:01.105" v="701" actId="1076"/>
          <ac:picMkLst>
            <pc:docMk/>
            <pc:sldMk cId="559551950" sldId="396"/>
            <ac:picMk id="3" creationId="{1739D21C-A088-2332-5993-F56EA295DA8B}"/>
          </ac:picMkLst>
        </pc:picChg>
      </pc:sldChg>
      <pc:sldChg chg="del">
        <pc:chgData name="Ильяс Сидиков" userId="5f36fc7e-1888-440f-a8f8-2af595699a1a" providerId="ADAL" clId="{F6759552-3C8C-4520-8F3D-81C20D4D7D58}" dt="2023-01-12T13:38:09.523" v="4" actId="47"/>
        <pc:sldMkLst>
          <pc:docMk/>
          <pc:sldMk cId="1354557849" sldId="396"/>
        </pc:sldMkLst>
      </pc:sldChg>
      <pc:sldChg chg="modSp add mod">
        <pc:chgData name="Ильяс Сидиков" userId="5f36fc7e-1888-440f-a8f8-2af595699a1a" providerId="ADAL" clId="{F6759552-3C8C-4520-8F3D-81C20D4D7D58}" dt="2023-01-23T15:44:00.007" v="714" actId="20577"/>
        <pc:sldMkLst>
          <pc:docMk/>
          <pc:sldMk cId="832131478" sldId="397"/>
        </pc:sldMkLst>
        <pc:spChg chg="mod">
          <ac:chgData name="Ильяс Сидиков" userId="5f36fc7e-1888-440f-a8f8-2af595699a1a" providerId="ADAL" clId="{F6759552-3C8C-4520-8F3D-81C20D4D7D58}" dt="2023-01-23T15:44:00.007" v="714" actId="20577"/>
          <ac:spMkLst>
            <pc:docMk/>
            <pc:sldMk cId="832131478" sldId="397"/>
            <ac:spMk id="26643"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1627941069" sldId="397"/>
        </pc:sldMkLst>
      </pc:sldChg>
      <pc:sldChg chg="del">
        <pc:chgData name="Ильяс Сидиков" userId="5f36fc7e-1888-440f-a8f8-2af595699a1a" providerId="ADAL" clId="{F6759552-3C8C-4520-8F3D-81C20D4D7D58}" dt="2023-01-12T13:38:09.523" v="4" actId="47"/>
        <pc:sldMkLst>
          <pc:docMk/>
          <pc:sldMk cId="411627970" sldId="398"/>
        </pc:sldMkLst>
      </pc:sldChg>
      <pc:sldChg chg="modSp add mod">
        <pc:chgData name="Ильяс Сидиков" userId="5f36fc7e-1888-440f-a8f8-2af595699a1a" providerId="ADAL" clId="{F6759552-3C8C-4520-8F3D-81C20D4D7D58}" dt="2023-01-23T15:45:36.932" v="767" actId="20577"/>
        <pc:sldMkLst>
          <pc:docMk/>
          <pc:sldMk cId="2096383966" sldId="398"/>
        </pc:sldMkLst>
        <pc:spChg chg="mod">
          <ac:chgData name="Ильяс Сидиков" userId="5f36fc7e-1888-440f-a8f8-2af595699a1a" providerId="ADAL" clId="{F6759552-3C8C-4520-8F3D-81C20D4D7D58}" dt="2023-01-23T15:45:36.932" v="767" actId="20577"/>
          <ac:spMkLst>
            <pc:docMk/>
            <pc:sldMk cId="2096383966" sldId="398"/>
            <ac:spMk id="26643" creationId="{00000000-0000-0000-0000-000000000000}"/>
          </ac:spMkLst>
        </pc:spChg>
      </pc:sldChg>
      <pc:sldChg chg="modSp add mod">
        <pc:chgData name="Ильяс Сидиков" userId="5f36fc7e-1888-440f-a8f8-2af595699a1a" providerId="ADAL" clId="{F6759552-3C8C-4520-8F3D-81C20D4D7D58}" dt="2023-01-23T15:46:07.517" v="772" actId="20577"/>
        <pc:sldMkLst>
          <pc:docMk/>
          <pc:sldMk cId="2733636619" sldId="399"/>
        </pc:sldMkLst>
        <pc:spChg chg="mod">
          <ac:chgData name="Ильяс Сидиков" userId="5f36fc7e-1888-440f-a8f8-2af595699a1a" providerId="ADAL" clId="{F6759552-3C8C-4520-8F3D-81C20D4D7D58}" dt="2023-01-23T15:46:07.517" v="772" actId="20577"/>
          <ac:spMkLst>
            <pc:docMk/>
            <pc:sldMk cId="2733636619" sldId="399"/>
            <ac:spMk id="26643" creationId="{00000000-0000-0000-0000-000000000000}"/>
          </ac:spMkLst>
        </pc:spChg>
        <pc:spChg chg="mod">
          <ac:chgData name="Ильяс Сидиков" userId="5f36fc7e-1888-440f-a8f8-2af595699a1a" providerId="ADAL" clId="{F6759552-3C8C-4520-8F3D-81C20D4D7D58}" dt="2023-01-23T15:45:50.698" v="769"/>
          <ac:spMkLst>
            <pc:docMk/>
            <pc:sldMk cId="2733636619" sldId="399"/>
            <ac:spMk id="26644"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3344975084" sldId="399"/>
        </pc:sldMkLst>
      </pc:sldChg>
      <pc:sldChg chg="del">
        <pc:chgData name="Ильяс Сидиков" userId="5f36fc7e-1888-440f-a8f8-2af595699a1a" providerId="ADAL" clId="{F6759552-3C8C-4520-8F3D-81C20D4D7D58}" dt="2023-01-12T13:38:09.523" v="4" actId="47"/>
        <pc:sldMkLst>
          <pc:docMk/>
          <pc:sldMk cId="998286261" sldId="400"/>
        </pc:sldMkLst>
      </pc:sldChg>
      <pc:sldChg chg="modSp add mod">
        <pc:chgData name="Ильяс Сидиков" userId="5f36fc7e-1888-440f-a8f8-2af595699a1a" providerId="ADAL" clId="{F6759552-3C8C-4520-8F3D-81C20D4D7D58}" dt="2023-01-23T15:46:29.680" v="774"/>
        <pc:sldMkLst>
          <pc:docMk/>
          <pc:sldMk cId="3946667820" sldId="400"/>
        </pc:sldMkLst>
        <pc:spChg chg="mod">
          <ac:chgData name="Ильяс Сидиков" userId="5f36fc7e-1888-440f-a8f8-2af595699a1a" providerId="ADAL" clId="{F6759552-3C8C-4520-8F3D-81C20D4D7D58}" dt="2023-01-23T15:46:29.680" v="774"/>
          <ac:spMkLst>
            <pc:docMk/>
            <pc:sldMk cId="3946667820" sldId="400"/>
            <ac:spMk id="26643"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198345733" sldId="401"/>
        </pc:sldMkLst>
      </pc:sldChg>
      <pc:sldChg chg="modSp add mod">
        <pc:chgData name="Ильяс Сидиков" userId="5f36fc7e-1888-440f-a8f8-2af595699a1a" providerId="ADAL" clId="{F6759552-3C8C-4520-8F3D-81C20D4D7D58}" dt="2023-01-23T15:46:51.181" v="778" actId="20577"/>
        <pc:sldMkLst>
          <pc:docMk/>
          <pc:sldMk cId="3250824909" sldId="401"/>
        </pc:sldMkLst>
        <pc:spChg chg="mod">
          <ac:chgData name="Ильяс Сидиков" userId="5f36fc7e-1888-440f-a8f8-2af595699a1a" providerId="ADAL" clId="{F6759552-3C8C-4520-8F3D-81C20D4D7D58}" dt="2023-01-23T15:46:51.181" v="778" actId="20577"/>
          <ac:spMkLst>
            <pc:docMk/>
            <pc:sldMk cId="3250824909" sldId="401"/>
            <ac:spMk id="26643"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1659805054" sldId="402"/>
        </pc:sldMkLst>
      </pc:sldChg>
      <pc:sldChg chg="modSp add mod">
        <pc:chgData name="Ильяс Сидиков" userId="5f36fc7e-1888-440f-a8f8-2af595699a1a" providerId="ADAL" clId="{F6759552-3C8C-4520-8F3D-81C20D4D7D58}" dt="2023-01-23T15:52:38.795" v="783" actId="20577"/>
        <pc:sldMkLst>
          <pc:docMk/>
          <pc:sldMk cId="2041665990" sldId="402"/>
        </pc:sldMkLst>
        <pc:spChg chg="mod">
          <ac:chgData name="Ильяс Сидиков" userId="5f36fc7e-1888-440f-a8f8-2af595699a1a" providerId="ADAL" clId="{F6759552-3C8C-4520-8F3D-81C20D4D7D58}" dt="2023-01-23T15:52:38.795" v="783" actId="20577"/>
          <ac:spMkLst>
            <pc:docMk/>
            <pc:sldMk cId="2041665990" sldId="402"/>
            <ac:spMk id="26643" creationId="{00000000-0000-0000-0000-000000000000}"/>
          </ac:spMkLst>
        </pc:spChg>
        <pc:spChg chg="mod">
          <ac:chgData name="Ильяс Сидиков" userId="5f36fc7e-1888-440f-a8f8-2af595699a1a" providerId="ADAL" clId="{F6759552-3C8C-4520-8F3D-81C20D4D7D58}" dt="2023-01-23T15:52:21.035" v="781" actId="207"/>
          <ac:spMkLst>
            <pc:docMk/>
            <pc:sldMk cId="2041665990" sldId="402"/>
            <ac:spMk id="26644" creationId="{00000000-0000-0000-0000-000000000000}"/>
          </ac:spMkLst>
        </pc:spChg>
      </pc:sldChg>
      <pc:sldChg chg="modSp add mod">
        <pc:chgData name="Ильяс Сидиков" userId="5f36fc7e-1888-440f-a8f8-2af595699a1a" providerId="ADAL" clId="{F6759552-3C8C-4520-8F3D-81C20D4D7D58}" dt="2023-01-23T15:52:54.567" v="786" actId="20577"/>
        <pc:sldMkLst>
          <pc:docMk/>
          <pc:sldMk cId="1885861320" sldId="403"/>
        </pc:sldMkLst>
        <pc:spChg chg="mod">
          <ac:chgData name="Ильяс Сидиков" userId="5f36fc7e-1888-440f-a8f8-2af595699a1a" providerId="ADAL" clId="{F6759552-3C8C-4520-8F3D-81C20D4D7D58}" dt="2023-01-23T15:52:54.567" v="786" actId="20577"/>
          <ac:spMkLst>
            <pc:docMk/>
            <pc:sldMk cId="1885861320" sldId="403"/>
            <ac:spMk id="26643"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2361908863" sldId="403"/>
        </pc:sldMkLst>
      </pc:sldChg>
      <pc:sldChg chg="del">
        <pc:chgData name="Ильяс Сидиков" userId="5f36fc7e-1888-440f-a8f8-2af595699a1a" providerId="ADAL" clId="{F6759552-3C8C-4520-8F3D-81C20D4D7D58}" dt="2023-01-12T13:38:09.523" v="4" actId="47"/>
        <pc:sldMkLst>
          <pc:docMk/>
          <pc:sldMk cId="219631729" sldId="404"/>
        </pc:sldMkLst>
      </pc:sldChg>
      <pc:sldChg chg="modSp add mod">
        <pc:chgData name="Ильяс Сидиков" userId="5f36fc7e-1888-440f-a8f8-2af595699a1a" providerId="ADAL" clId="{F6759552-3C8C-4520-8F3D-81C20D4D7D58}" dt="2023-01-23T15:53:35.203" v="791" actId="20577"/>
        <pc:sldMkLst>
          <pc:docMk/>
          <pc:sldMk cId="3645920808" sldId="404"/>
        </pc:sldMkLst>
        <pc:spChg chg="mod">
          <ac:chgData name="Ильяс Сидиков" userId="5f36fc7e-1888-440f-a8f8-2af595699a1a" providerId="ADAL" clId="{F6759552-3C8C-4520-8F3D-81C20D4D7D58}" dt="2023-01-23T15:53:35.203" v="791" actId="20577"/>
          <ac:spMkLst>
            <pc:docMk/>
            <pc:sldMk cId="3645920808" sldId="404"/>
            <ac:spMk id="26643" creationId="{00000000-0000-0000-0000-000000000000}"/>
          </ac:spMkLst>
        </pc:spChg>
      </pc:sldChg>
      <pc:sldChg chg="modSp add mod">
        <pc:chgData name="Ильяс Сидиков" userId="5f36fc7e-1888-440f-a8f8-2af595699a1a" providerId="ADAL" clId="{F6759552-3C8C-4520-8F3D-81C20D4D7D58}" dt="2023-01-23T15:54:46.775" v="797" actId="20577"/>
        <pc:sldMkLst>
          <pc:docMk/>
          <pc:sldMk cId="1509101781" sldId="405"/>
        </pc:sldMkLst>
        <pc:spChg chg="mod">
          <ac:chgData name="Ильяс Сидиков" userId="5f36fc7e-1888-440f-a8f8-2af595699a1a" providerId="ADAL" clId="{F6759552-3C8C-4520-8F3D-81C20D4D7D58}" dt="2023-01-23T15:54:46.775" v="797" actId="20577"/>
          <ac:spMkLst>
            <pc:docMk/>
            <pc:sldMk cId="1509101781" sldId="405"/>
            <ac:spMk id="26643" creationId="{00000000-0000-0000-0000-000000000000}"/>
          </ac:spMkLst>
        </pc:spChg>
        <pc:spChg chg="mod">
          <ac:chgData name="Ильяс Сидиков" userId="5f36fc7e-1888-440f-a8f8-2af595699a1a" providerId="ADAL" clId="{F6759552-3C8C-4520-8F3D-81C20D4D7D58}" dt="2023-01-23T15:54:10.859" v="794" actId="207"/>
          <ac:spMkLst>
            <pc:docMk/>
            <pc:sldMk cId="1509101781" sldId="405"/>
            <ac:spMk id="26644"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4094557925" sldId="405"/>
        </pc:sldMkLst>
      </pc:sldChg>
      <pc:sldChg chg="del">
        <pc:chgData name="Ильяс Сидиков" userId="5f36fc7e-1888-440f-a8f8-2af595699a1a" providerId="ADAL" clId="{F6759552-3C8C-4520-8F3D-81C20D4D7D58}" dt="2023-01-12T13:38:09.523" v="4" actId="47"/>
        <pc:sldMkLst>
          <pc:docMk/>
          <pc:sldMk cId="1451518210" sldId="406"/>
        </pc:sldMkLst>
      </pc:sldChg>
      <pc:sldChg chg="modSp add mod">
        <pc:chgData name="Ильяс Сидиков" userId="5f36fc7e-1888-440f-a8f8-2af595699a1a" providerId="ADAL" clId="{F6759552-3C8C-4520-8F3D-81C20D4D7D58}" dt="2023-01-23T15:55:20.739" v="801" actId="20577"/>
        <pc:sldMkLst>
          <pc:docMk/>
          <pc:sldMk cId="3359283118" sldId="406"/>
        </pc:sldMkLst>
        <pc:spChg chg="mod">
          <ac:chgData name="Ильяс Сидиков" userId="5f36fc7e-1888-440f-a8f8-2af595699a1a" providerId="ADAL" clId="{F6759552-3C8C-4520-8F3D-81C20D4D7D58}" dt="2023-01-23T15:55:20.739" v="801" actId="20577"/>
          <ac:spMkLst>
            <pc:docMk/>
            <pc:sldMk cId="3359283118" sldId="406"/>
            <ac:spMk id="26643" creationId="{00000000-0000-0000-0000-000000000000}"/>
          </ac:spMkLst>
        </pc:spChg>
      </pc:sldChg>
      <pc:sldChg chg="del">
        <pc:chgData name="Ильяс Сидиков" userId="5f36fc7e-1888-440f-a8f8-2af595699a1a" providerId="ADAL" clId="{F6759552-3C8C-4520-8F3D-81C20D4D7D58}" dt="2023-01-12T13:38:09.523" v="4" actId="47"/>
        <pc:sldMkLst>
          <pc:docMk/>
          <pc:sldMk cId="3093233225" sldId="407"/>
        </pc:sldMkLst>
      </pc:sldChg>
      <pc:sldChg chg="del">
        <pc:chgData name="Ильяс Сидиков" userId="5f36fc7e-1888-440f-a8f8-2af595699a1a" providerId="ADAL" clId="{F6759552-3C8C-4520-8F3D-81C20D4D7D58}" dt="2023-01-12T13:38:09.523" v="4" actId="47"/>
        <pc:sldMkLst>
          <pc:docMk/>
          <pc:sldMk cId="2323698203" sldId="408"/>
        </pc:sldMkLst>
      </pc:sldChg>
      <pc:sldChg chg="del">
        <pc:chgData name="Ильяс Сидиков" userId="5f36fc7e-1888-440f-a8f8-2af595699a1a" providerId="ADAL" clId="{F6759552-3C8C-4520-8F3D-81C20D4D7D58}" dt="2023-01-12T13:38:09.523" v="4" actId="47"/>
        <pc:sldMkLst>
          <pc:docMk/>
          <pc:sldMk cId="3309285150" sldId="409"/>
        </pc:sldMkLst>
      </pc:sldChg>
      <pc:sldChg chg="del">
        <pc:chgData name="Ильяс Сидиков" userId="5f36fc7e-1888-440f-a8f8-2af595699a1a" providerId="ADAL" clId="{F6759552-3C8C-4520-8F3D-81C20D4D7D58}" dt="2023-01-12T13:38:09.523" v="4" actId="47"/>
        <pc:sldMkLst>
          <pc:docMk/>
          <pc:sldMk cId="1707464537" sldId="410"/>
        </pc:sldMkLst>
      </pc:sldChg>
      <pc:sldChg chg="del">
        <pc:chgData name="Ильяс Сидиков" userId="5f36fc7e-1888-440f-a8f8-2af595699a1a" providerId="ADAL" clId="{F6759552-3C8C-4520-8F3D-81C20D4D7D58}" dt="2023-01-12T13:38:09.523" v="4" actId="47"/>
        <pc:sldMkLst>
          <pc:docMk/>
          <pc:sldMk cId="1031654030" sldId="411"/>
        </pc:sldMkLst>
      </pc:sldChg>
      <pc:sldChg chg="del">
        <pc:chgData name="Ильяс Сидиков" userId="5f36fc7e-1888-440f-a8f8-2af595699a1a" providerId="ADAL" clId="{F6759552-3C8C-4520-8F3D-81C20D4D7D58}" dt="2023-01-12T13:38:09.523" v="4" actId="47"/>
        <pc:sldMkLst>
          <pc:docMk/>
          <pc:sldMk cId="4263896105" sldId="412"/>
        </pc:sldMkLst>
      </pc:sldChg>
      <pc:sldChg chg="del">
        <pc:chgData name="Ильяс Сидиков" userId="5f36fc7e-1888-440f-a8f8-2af595699a1a" providerId="ADAL" clId="{F6759552-3C8C-4520-8F3D-81C20D4D7D58}" dt="2023-01-12T13:38:09.523" v="4" actId="47"/>
        <pc:sldMkLst>
          <pc:docMk/>
          <pc:sldMk cId="3956231996" sldId="413"/>
        </pc:sldMkLst>
      </pc:sldChg>
      <pc:sldChg chg="del">
        <pc:chgData name="Ильяс Сидиков" userId="5f36fc7e-1888-440f-a8f8-2af595699a1a" providerId="ADAL" clId="{F6759552-3C8C-4520-8F3D-81C20D4D7D58}" dt="2023-01-12T13:38:09.523" v="4" actId="47"/>
        <pc:sldMkLst>
          <pc:docMk/>
          <pc:sldMk cId="4238016579" sldId="414"/>
        </pc:sldMkLst>
      </pc:sldChg>
      <pc:sldChg chg="del">
        <pc:chgData name="Ильяс Сидиков" userId="5f36fc7e-1888-440f-a8f8-2af595699a1a" providerId="ADAL" clId="{F6759552-3C8C-4520-8F3D-81C20D4D7D58}" dt="2023-01-12T13:38:09.523" v="4" actId="47"/>
        <pc:sldMkLst>
          <pc:docMk/>
          <pc:sldMk cId="4290475064" sldId="415"/>
        </pc:sldMkLst>
      </pc:sldChg>
      <pc:sldChg chg="del">
        <pc:chgData name="Ильяс Сидиков" userId="5f36fc7e-1888-440f-a8f8-2af595699a1a" providerId="ADAL" clId="{F6759552-3C8C-4520-8F3D-81C20D4D7D58}" dt="2023-01-12T13:38:09.523" v="4" actId="47"/>
        <pc:sldMkLst>
          <pc:docMk/>
          <pc:sldMk cId="1097449696" sldId="416"/>
        </pc:sldMkLst>
      </pc:sldChg>
      <pc:sldChg chg="del">
        <pc:chgData name="Ильяс Сидиков" userId="5f36fc7e-1888-440f-a8f8-2af595699a1a" providerId="ADAL" clId="{F6759552-3C8C-4520-8F3D-81C20D4D7D58}" dt="2023-01-12T13:38:09.523" v="4" actId="47"/>
        <pc:sldMkLst>
          <pc:docMk/>
          <pc:sldMk cId="2041081899" sldId="417"/>
        </pc:sldMkLst>
      </pc:sldChg>
      <pc:sldChg chg="del">
        <pc:chgData name="Ильяс Сидиков" userId="5f36fc7e-1888-440f-a8f8-2af595699a1a" providerId="ADAL" clId="{F6759552-3C8C-4520-8F3D-81C20D4D7D58}" dt="2023-01-12T13:38:09.523" v="4" actId="47"/>
        <pc:sldMkLst>
          <pc:docMk/>
          <pc:sldMk cId="1739143497" sldId="418"/>
        </pc:sldMkLst>
      </pc:sldChg>
      <pc:sldChg chg="del">
        <pc:chgData name="Ильяс Сидиков" userId="5f36fc7e-1888-440f-a8f8-2af595699a1a" providerId="ADAL" clId="{F6759552-3C8C-4520-8F3D-81C20D4D7D58}" dt="2023-01-12T13:38:09.523" v="4" actId="47"/>
        <pc:sldMkLst>
          <pc:docMk/>
          <pc:sldMk cId="1670236921" sldId="419"/>
        </pc:sldMkLst>
      </pc:sldChg>
      <pc:sldChg chg="del">
        <pc:chgData name="Ильяс Сидиков" userId="5f36fc7e-1888-440f-a8f8-2af595699a1a" providerId="ADAL" clId="{F6759552-3C8C-4520-8F3D-81C20D4D7D58}" dt="2023-01-12T13:38:09.523" v="4" actId="47"/>
        <pc:sldMkLst>
          <pc:docMk/>
          <pc:sldMk cId="1441445187" sldId="420"/>
        </pc:sldMkLst>
      </pc:sldChg>
      <pc:sldChg chg="del">
        <pc:chgData name="Ильяс Сидиков" userId="5f36fc7e-1888-440f-a8f8-2af595699a1a" providerId="ADAL" clId="{F6759552-3C8C-4520-8F3D-81C20D4D7D58}" dt="2023-01-12T13:38:09.523" v="4" actId="47"/>
        <pc:sldMkLst>
          <pc:docMk/>
          <pc:sldMk cId="48222150" sldId="421"/>
        </pc:sldMkLst>
      </pc:sldChg>
      <pc:sldChg chg="del">
        <pc:chgData name="Ильяс Сидиков" userId="5f36fc7e-1888-440f-a8f8-2af595699a1a" providerId="ADAL" clId="{F6759552-3C8C-4520-8F3D-81C20D4D7D58}" dt="2023-01-12T13:38:09.523" v="4" actId="47"/>
        <pc:sldMkLst>
          <pc:docMk/>
          <pc:sldMk cId="3876094705" sldId="422"/>
        </pc:sldMkLst>
      </pc:sldChg>
      <pc:sldChg chg="del">
        <pc:chgData name="Ильяс Сидиков" userId="5f36fc7e-1888-440f-a8f8-2af595699a1a" providerId="ADAL" clId="{F6759552-3C8C-4520-8F3D-81C20D4D7D58}" dt="2023-01-12T13:38:09.523" v="4" actId="47"/>
        <pc:sldMkLst>
          <pc:docMk/>
          <pc:sldMk cId="1632641857" sldId="423"/>
        </pc:sldMkLst>
      </pc:sldChg>
      <pc:sldChg chg="del">
        <pc:chgData name="Ильяс Сидиков" userId="5f36fc7e-1888-440f-a8f8-2af595699a1a" providerId="ADAL" clId="{F6759552-3C8C-4520-8F3D-81C20D4D7D58}" dt="2023-01-12T13:38:09.523" v="4" actId="47"/>
        <pc:sldMkLst>
          <pc:docMk/>
          <pc:sldMk cId="1631207356" sldId="424"/>
        </pc:sldMkLst>
      </pc:sldChg>
      <pc:sldChg chg="del">
        <pc:chgData name="Ильяс Сидиков" userId="5f36fc7e-1888-440f-a8f8-2af595699a1a" providerId="ADAL" clId="{F6759552-3C8C-4520-8F3D-81C20D4D7D58}" dt="2023-01-12T13:38:09.523" v="4" actId="47"/>
        <pc:sldMkLst>
          <pc:docMk/>
          <pc:sldMk cId="1030437654" sldId="425"/>
        </pc:sldMkLst>
      </pc:sldChg>
      <pc:sldChg chg="del">
        <pc:chgData name="Ильяс Сидиков" userId="5f36fc7e-1888-440f-a8f8-2af595699a1a" providerId="ADAL" clId="{F6759552-3C8C-4520-8F3D-81C20D4D7D58}" dt="2023-01-12T13:38:09.523" v="4" actId="47"/>
        <pc:sldMkLst>
          <pc:docMk/>
          <pc:sldMk cId="2868219443" sldId="426"/>
        </pc:sldMkLst>
      </pc:sldChg>
      <pc:sldChg chg="del">
        <pc:chgData name="Ильяс Сидиков" userId="5f36fc7e-1888-440f-a8f8-2af595699a1a" providerId="ADAL" clId="{F6759552-3C8C-4520-8F3D-81C20D4D7D58}" dt="2023-01-12T13:38:09.523" v="4" actId="47"/>
        <pc:sldMkLst>
          <pc:docMk/>
          <pc:sldMk cId="3331549516" sldId="427"/>
        </pc:sldMkLst>
      </pc:sldChg>
      <pc:sldChg chg="del">
        <pc:chgData name="Ильяс Сидиков" userId="5f36fc7e-1888-440f-a8f8-2af595699a1a" providerId="ADAL" clId="{F6759552-3C8C-4520-8F3D-81C20D4D7D58}" dt="2023-01-12T13:38:09.523" v="4" actId="47"/>
        <pc:sldMkLst>
          <pc:docMk/>
          <pc:sldMk cId="3980347376" sldId="428"/>
        </pc:sldMkLst>
      </pc:sldChg>
      <pc:sldChg chg="del">
        <pc:chgData name="Ильяс Сидиков" userId="5f36fc7e-1888-440f-a8f8-2af595699a1a" providerId="ADAL" clId="{F6759552-3C8C-4520-8F3D-81C20D4D7D58}" dt="2023-01-12T13:38:09.523" v="4" actId="47"/>
        <pc:sldMkLst>
          <pc:docMk/>
          <pc:sldMk cId="754406976" sldId="429"/>
        </pc:sldMkLst>
      </pc:sldChg>
      <pc:sldChg chg="del">
        <pc:chgData name="Ильяс Сидиков" userId="5f36fc7e-1888-440f-a8f8-2af595699a1a" providerId="ADAL" clId="{F6759552-3C8C-4520-8F3D-81C20D4D7D58}" dt="2023-01-12T13:38:09.523" v="4" actId="47"/>
        <pc:sldMkLst>
          <pc:docMk/>
          <pc:sldMk cId="1730999026" sldId="430"/>
        </pc:sldMkLst>
      </pc:sldChg>
      <pc:sldChg chg="del">
        <pc:chgData name="Ильяс Сидиков" userId="5f36fc7e-1888-440f-a8f8-2af595699a1a" providerId="ADAL" clId="{F6759552-3C8C-4520-8F3D-81C20D4D7D58}" dt="2023-01-12T13:38:09.523" v="4" actId="47"/>
        <pc:sldMkLst>
          <pc:docMk/>
          <pc:sldMk cId="3522111393" sldId="431"/>
        </pc:sldMkLst>
      </pc:sldChg>
      <pc:sldChg chg="del">
        <pc:chgData name="Ильяс Сидиков" userId="5f36fc7e-1888-440f-a8f8-2af595699a1a" providerId="ADAL" clId="{F6759552-3C8C-4520-8F3D-81C20D4D7D58}" dt="2023-01-12T13:38:09.523" v="4" actId="47"/>
        <pc:sldMkLst>
          <pc:docMk/>
          <pc:sldMk cId="510705710" sldId="432"/>
        </pc:sldMkLst>
      </pc:sldChg>
      <pc:sldChg chg="del">
        <pc:chgData name="Ильяс Сидиков" userId="5f36fc7e-1888-440f-a8f8-2af595699a1a" providerId="ADAL" clId="{F6759552-3C8C-4520-8F3D-81C20D4D7D58}" dt="2023-01-12T13:38:09.523" v="4" actId="47"/>
        <pc:sldMkLst>
          <pc:docMk/>
          <pc:sldMk cId="1753457802" sldId="433"/>
        </pc:sldMkLst>
      </pc:sldChg>
      <pc:sldChg chg="del">
        <pc:chgData name="Ильяс Сидиков" userId="5f36fc7e-1888-440f-a8f8-2af595699a1a" providerId="ADAL" clId="{F6759552-3C8C-4520-8F3D-81C20D4D7D58}" dt="2023-01-12T13:38:09.523" v="4" actId="47"/>
        <pc:sldMkLst>
          <pc:docMk/>
          <pc:sldMk cId="2201724134" sldId="434"/>
        </pc:sldMkLst>
      </pc:sldChg>
      <pc:sldChg chg="del">
        <pc:chgData name="Ильяс Сидиков" userId="5f36fc7e-1888-440f-a8f8-2af595699a1a" providerId="ADAL" clId="{F6759552-3C8C-4520-8F3D-81C20D4D7D58}" dt="2023-01-12T13:38:09.523" v="4" actId="47"/>
        <pc:sldMkLst>
          <pc:docMk/>
          <pc:sldMk cId="2464624718" sldId="435"/>
        </pc:sldMkLst>
      </pc:sldChg>
      <pc:sldChg chg="del">
        <pc:chgData name="Ильяс Сидиков" userId="5f36fc7e-1888-440f-a8f8-2af595699a1a" providerId="ADAL" clId="{F6759552-3C8C-4520-8F3D-81C20D4D7D58}" dt="2023-01-12T13:38:09.523" v="4" actId="47"/>
        <pc:sldMkLst>
          <pc:docMk/>
          <pc:sldMk cId="3531833721" sldId="436"/>
        </pc:sldMkLst>
      </pc:sldChg>
      <pc:sldChg chg="del">
        <pc:chgData name="Ильяс Сидиков" userId="5f36fc7e-1888-440f-a8f8-2af595699a1a" providerId="ADAL" clId="{F6759552-3C8C-4520-8F3D-81C20D4D7D58}" dt="2023-01-12T13:38:09.523" v="4" actId="47"/>
        <pc:sldMkLst>
          <pc:docMk/>
          <pc:sldMk cId="2518111075" sldId="437"/>
        </pc:sldMkLst>
      </pc:sldChg>
      <pc:sldChg chg="del">
        <pc:chgData name="Ильяс Сидиков" userId="5f36fc7e-1888-440f-a8f8-2af595699a1a" providerId="ADAL" clId="{F6759552-3C8C-4520-8F3D-81C20D4D7D58}" dt="2023-01-12T13:38:09.523" v="4" actId="47"/>
        <pc:sldMkLst>
          <pc:docMk/>
          <pc:sldMk cId="4169480535" sldId="438"/>
        </pc:sldMkLst>
      </pc:sldChg>
      <pc:sldChg chg="del">
        <pc:chgData name="Ильяс Сидиков" userId="5f36fc7e-1888-440f-a8f8-2af595699a1a" providerId="ADAL" clId="{F6759552-3C8C-4520-8F3D-81C20D4D7D58}" dt="2023-01-12T13:38:09.523" v="4" actId="47"/>
        <pc:sldMkLst>
          <pc:docMk/>
          <pc:sldMk cId="2506099998" sldId="439"/>
        </pc:sldMkLst>
      </pc:sldChg>
      <pc:sldChg chg="del">
        <pc:chgData name="Ильяс Сидиков" userId="5f36fc7e-1888-440f-a8f8-2af595699a1a" providerId="ADAL" clId="{F6759552-3C8C-4520-8F3D-81C20D4D7D58}" dt="2023-01-12T13:38:09.523" v="4" actId="47"/>
        <pc:sldMkLst>
          <pc:docMk/>
          <pc:sldMk cId="356788714" sldId="440"/>
        </pc:sldMkLst>
      </pc:sldChg>
      <pc:sldChg chg="del">
        <pc:chgData name="Ильяс Сидиков" userId="5f36fc7e-1888-440f-a8f8-2af595699a1a" providerId="ADAL" clId="{F6759552-3C8C-4520-8F3D-81C20D4D7D58}" dt="2023-01-12T13:38:09.523" v="4" actId="47"/>
        <pc:sldMkLst>
          <pc:docMk/>
          <pc:sldMk cId="2760843556" sldId="441"/>
        </pc:sldMkLst>
      </pc:sldChg>
      <pc:sldChg chg="new del">
        <pc:chgData name="Ильяс Сидиков" userId="5f36fc7e-1888-440f-a8f8-2af595699a1a" providerId="ADAL" clId="{F6759552-3C8C-4520-8F3D-81C20D4D7D58}" dt="2023-01-12T13:38:04.179" v="3" actId="47"/>
        <pc:sldMkLst>
          <pc:docMk/>
          <pc:sldMk cId="902716085" sldId="442"/>
        </pc:sldMkLst>
      </pc:sldChg>
    </pc:docChg>
  </pc:docChgLst>
  <pc:docChgLst>
    <pc:chgData name="iliasidikov@dnevnik.ru" userId="5f36fc7e-1888-440f-a8f8-2af595699a1a" providerId="ADAL" clId="{8DEE7615-1DEC-43EF-A0D6-317339E0CED5}"/>
    <pc:docChg chg="undo custSel addSld delSld modSld sldOrd addSection delSection modSection">
      <pc:chgData name="iliasidikov@dnevnik.ru" userId="5f36fc7e-1888-440f-a8f8-2af595699a1a" providerId="ADAL" clId="{8DEE7615-1DEC-43EF-A0D6-317339E0CED5}" dt="2022-10-07T12:39:47.237" v="1065"/>
      <pc:docMkLst>
        <pc:docMk/>
      </pc:docMkLst>
      <pc:sldChg chg="modSp mod">
        <pc:chgData name="iliasidikov@dnevnik.ru" userId="5f36fc7e-1888-440f-a8f8-2af595699a1a" providerId="ADAL" clId="{8DEE7615-1DEC-43EF-A0D6-317339E0CED5}" dt="2022-10-02T13:29:14.129" v="1" actId="20577"/>
        <pc:sldMkLst>
          <pc:docMk/>
          <pc:sldMk cId="4230193343" sldId="300"/>
        </pc:sldMkLst>
        <pc:spChg chg="mod">
          <ac:chgData name="iliasidikov@dnevnik.ru" userId="5f36fc7e-1888-440f-a8f8-2af595699a1a" providerId="ADAL" clId="{8DEE7615-1DEC-43EF-A0D6-317339E0CED5}" dt="2022-10-02T13:29:14.129" v="1" actId="20577"/>
          <ac:spMkLst>
            <pc:docMk/>
            <pc:sldMk cId="4230193343" sldId="300"/>
            <ac:spMk id="8194" creationId="{00000000-0000-0000-0000-000000000000}"/>
          </ac:spMkLst>
        </pc:spChg>
      </pc:sldChg>
      <pc:sldChg chg="del">
        <pc:chgData name="iliasidikov@dnevnik.ru" userId="5f36fc7e-1888-440f-a8f8-2af595699a1a" providerId="ADAL" clId="{8DEE7615-1DEC-43EF-A0D6-317339E0CED5}" dt="2022-10-02T13:29:40.813" v="2" actId="47"/>
        <pc:sldMkLst>
          <pc:docMk/>
          <pc:sldMk cId="2994550520" sldId="314"/>
        </pc:sldMkLst>
      </pc:sldChg>
      <pc:sldChg chg="del">
        <pc:chgData name="iliasidikov@dnevnik.ru" userId="5f36fc7e-1888-440f-a8f8-2af595699a1a" providerId="ADAL" clId="{8DEE7615-1DEC-43EF-A0D6-317339E0CED5}" dt="2022-10-02T13:29:40.813" v="2" actId="47"/>
        <pc:sldMkLst>
          <pc:docMk/>
          <pc:sldMk cId="3438261562" sldId="315"/>
        </pc:sldMkLst>
      </pc:sldChg>
      <pc:sldChg chg="del">
        <pc:chgData name="iliasidikov@dnevnik.ru" userId="5f36fc7e-1888-440f-a8f8-2af595699a1a" providerId="ADAL" clId="{8DEE7615-1DEC-43EF-A0D6-317339E0CED5}" dt="2022-10-02T13:29:40.813" v="2" actId="47"/>
        <pc:sldMkLst>
          <pc:docMk/>
          <pc:sldMk cId="1439791790" sldId="316"/>
        </pc:sldMkLst>
      </pc:sldChg>
      <pc:sldChg chg="del">
        <pc:chgData name="iliasidikov@dnevnik.ru" userId="5f36fc7e-1888-440f-a8f8-2af595699a1a" providerId="ADAL" clId="{8DEE7615-1DEC-43EF-A0D6-317339E0CED5}" dt="2022-10-02T13:29:40.813" v="2" actId="47"/>
        <pc:sldMkLst>
          <pc:docMk/>
          <pc:sldMk cId="2310273442" sldId="317"/>
        </pc:sldMkLst>
      </pc:sldChg>
      <pc:sldChg chg="del">
        <pc:chgData name="iliasidikov@dnevnik.ru" userId="5f36fc7e-1888-440f-a8f8-2af595699a1a" providerId="ADAL" clId="{8DEE7615-1DEC-43EF-A0D6-317339E0CED5}" dt="2022-10-02T13:29:40.813" v="2" actId="47"/>
        <pc:sldMkLst>
          <pc:docMk/>
          <pc:sldMk cId="1366692336" sldId="318"/>
        </pc:sldMkLst>
      </pc:sldChg>
      <pc:sldChg chg="del">
        <pc:chgData name="iliasidikov@dnevnik.ru" userId="5f36fc7e-1888-440f-a8f8-2af595699a1a" providerId="ADAL" clId="{8DEE7615-1DEC-43EF-A0D6-317339E0CED5}" dt="2022-10-02T13:29:40.813" v="2" actId="47"/>
        <pc:sldMkLst>
          <pc:docMk/>
          <pc:sldMk cId="518016264" sldId="319"/>
        </pc:sldMkLst>
      </pc:sldChg>
      <pc:sldChg chg="del">
        <pc:chgData name="iliasidikov@dnevnik.ru" userId="5f36fc7e-1888-440f-a8f8-2af595699a1a" providerId="ADAL" clId="{8DEE7615-1DEC-43EF-A0D6-317339E0CED5}" dt="2022-10-02T13:29:40.813" v="2" actId="47"/>
        <pc:sldMkLst>
          <pc:docMk/>
          <pc:sldMk cId="3822153774" sldId="320"/>
        </pc:sldMkLst>
      </pc:sldChg>
      <pc:sldChg chg="del">
        <pc:chgData name="iliasidikov@dnevnik.ru" userId="5f36fc7e-1888-440f-a8f8-2af595699a1a" providerId="ADAL" clId="{8DEE7615-1DEC-43EF-A0D6-317339E0CED5}" dt="2022-10-02T13:29:40.813" v="2" actId="47"/>
        <pc:sldMkLst>
          <pc:docMk/>
          <pc:sldMk cId="216848496" sldId="321"/>
        </pc:sldMkLst>
      </pc:sldChg>
      <pc:sldChg chg="del">
        <pc:chgData name="iliasidikov@dnevnik.ru" userId="5f36fc7e-1888-440f-a8f8-2af595699a1a" providerId="ADAL" clId="{8DEE7615-1DEC-43EF-A0D6-317339E0CED5}" dt="2022-10-02T13:29:40.813" v="2" actId="47"/>
        <pc:sldMkLst>
          <pc:docMk/>
          <pc:sldMk cId="1222143229" sldId="322"/>
        </pc:sldMkLst>
      </pc:sldChg>
      <pc:sldChg chg="del">
        <pc:chgData name="iliasidikov@dnevnik.ru" userId="5f36fc7e-1888-440f-a8f8-2af595699a1a" providerId="ADAL" clId="{8DEE7615-1DEC-43EF-A0D6-317339E0CED5}" dt="2022-10-02T13:29:40.813" v="2" actId="47"/>
        <pc:sldMkLst>
          <pc:docMk/>
          <pc:sldMk cId="3081586581" sldId="323"/>
        </pc:sldMkLst>
      </pc:sldChg>
      <pc:sldChg chg="del">
        <pc:chgData name="iliasidikov@dnevnik.ru" userId="5f36fc7e-1888-440f-a8f8-2af595699a1a" providerId="ADAL" clId="{8DEE7615-1DEC-43EF-A0D6-317339E0CED5}" dt="2022-10-02T13:29:40.813" v="2" actId="47"/>
        <pc:sldMkLst>
          <pc:docMk/>
          <pc:sldMk cId="1968312853" sldId="324"/>
        </pc:sldMkLst>
      </pc:sldChg>
      <pc:sldChg chg="del">
        <pc:chgData name="iliasidikov@dnevnik.ru" userId="5f36fc7e-1888-440f-a8f8-2af595699a1a" providerId="ADAL" clId="{8DEE7615-1DEC-43EF-A0D6-317339E0CED5}" dt="2022-10-02T13:29:40.813" v="2" actId="47"/>
        <pc:sldMkLst>
          <pc:docMk/>
          <pc:sldMk cId="3767471362" sldId="325"/>
        </pc:sldMkLst>
      </pc:sldChg>
      <pc:sldChg chg="del">
        <pc:chgData name="iliasidikov@dnevnik.ru" userId="5f36fc7e-1888-440f-a8f8-2af595699a1a" providerId="ADAL" clId="{8DEE7615-1DEC-43EF-A0D6-317339E0CED5}" dt="2022-10-02T13:29:40.813" v="2" actId="47"/>
        <pc:sldMkLst>
          <pc:docMk/>
          <pc:sldMk cId="1990657596" sldId="326"/>
        </pc:sldMkLst>
      </pc:sldChg>
      <pc:sldChg chg="del">
        <pc:chgData name="iliasidikov@dnevnik.ru" userId="5f36fc7e-1888-440f-a8f8-2af595699a1a" providerId="ADAL" clId="{8DEE7615-1DEC-43EF-A0D6-317339E0CED5}" dt="2022-10-02T13:29:40.813" v="2" actId="47"/>
        <pc:sldMkLst>
          <pc:docMk/>
          <pc:sldMk cId="348084279" sldId="327"/>
        </pc:sldMkLst>
      </pc:sldChg>
      <pc:sldChg chg="del">
        <pc:chgData name="iliasidikov@dnevnik.ru" userId="5f36fc7e-1888-440f-a8f8-2af595699a1a" providerId="ADAL" clId="{8DEE7615-1DEC-43EF-A0D6-317339E0CED5}" dt="2022-10-02T13:29:40.813" v="2" actId="47"/>
        <pc:sldMkLst>
          <pc:docMk/>
          <pc:sldMk cId="3720932651" sldId="328"/>
        </pc:sldMkLst>
      </pc:sldChg>
      <pc:sldChg chg="del">
        <pc:chgData name="iliasidikov@dnevnik.ru" userId="5f36fc7e-1888-440f-a8f8-2af595699a1a" providerId="ADAL" clId="{8DEE7615-1DEC-43EF-A0D6-317339E0CED5}" dt="2022-10-02T13:29:40.813" v="2" actId="47"/>
        <pc:sldMkLst>
          <pc:docMk/>
          <pc:sldMk cId="64669110" sldId="329"/>
        </pc:sldMkLst>
      </pc:sldChg>
      <pc:sldChg chg="del">
        <pc:chgData name="iliasidikov@dnevnik.ru" userId="5f36fc7e-1888-440f-a8f8-2af595699a1a" providerId="ADAL" clId="{8DEE7615-1DEC-43EF-A0D6-317339E0CED5}" dt="2022-10-02T13:29:40.813" v="2" actId="47"/>
        <pc:sldMkLst>
          <pc:docMk/>
          <pc:sldMk cId="3636131859" sldId="330"/>
        </pc:sldMkLst>
      </pc:sldChg>
      <pc:sldChg chg="del">
        <pc:chgData name="iliasidikov@dnevnik.ru" userId="5f36fc7e-1888-440f-a8f8-2af595699a1a" providerId="ADAL" clId="{8DEE7615-1DEC-43EF-A0D6-317339E0CED5}" dt="2022-10-02T13:29:40.813" v="2" actId="47"/>
        <pc:sldMkLst>
          <pc:docMk/>
          <pc:sldMk cId="1703103641" sldId="331"/>
        </pc:sldMkLst>
      </pc:sldChg>
      <pc:sldChg chg="del">
        <pc:chgData name="iliasidikov@dnevnik.ru" userId="5f36fc7e-1888-440f-a8f8-2af595699a1a" providerId="ADAL" clId="{8DEE7615-1DEC-43EF-A0D6-317339E0CED5}" dt="2022-10-02T13:29:40.813" v="2" actId="47"/>
        <pc:sldMkLst>
          <pc:docMk/>
          <pc:sldMk cId="2159374721" sldId="332"/>
        </pc:sldMkLst>
      </pc:sldChg>
      <pc:sldChg chg="del">
        <pc:chgData name="iliasidikov@dnevnik.ru" userId="5f36fc7e-1888-440f-a8f8-2af595699a1a" providerId="ADAL" clId="{8DEE7615-1DEC-43EF-A0D6-317339E0CED5}" dt="2022-10-02T13:29:40.813" v="2" actId="47"/>
        <pc:sldMkLst>
          <pc:docMk/>
          <pc:sldMk cId="997891450" sldId="333"/>
        </pc:sldMkLst>
      </pc:sldChg>
      <pc:sldChg chg="del">
        <pc:chgData name="iliasidikov@dnevnik.ru" userId="5f36fc7e-1888-440f-a8f8-2af595699a1a" providerId="ADAL" clId="{8DEE7615-1DEC-43EF-A0D6-317339E0CED5}" dt="2022-10-02T13:29:40.813" v="2" actId="47"/>
        <pc:sldMkLst>
          <pc:docMk/>
          <pc:sldMk cId="3138904228" sldId="334"/>
        </pc:sldMkLst>
      </pc:sldChg>
      <pc:sldChg chg="del">
        <pc:chgData name="iliasidikov@dnevnik.ru" userId="5f36fc7e-1888-440f-a8f8-2af595699a1a" providerId="ADAL" clId="{8DEE7615-1DEC-43EF-A0D6-317339E0CED5}" dt="2022-10-02T13:29:40.813" v="2" actId="47"/>
        <pc:sldMkLst>
          <pc:docMk/>
          <pc:sldMk cId="2723050104" sldId="335"/>
        </pc:sldMkLst>
      </pc:sldChg>
      <pc:sldChg chg="del">
        <pc:chgData name="iliasidikov@dnevnik.ru" userId="5f36fc7e-1888-440f-a8f8-2af595699a1a" providerId="ADAL" clId="{8DEE7615-1DEC-43EF-A0D6-317339E0CED5}" dt="2022-10-02T13:29:45.468" v="3" actId="47"/>
        <pc:sldMkLst>
          <pc:docMk/>
          <pc:sldMk cId="2209524366" sldId="336"/>
        </pc:sldMkLst>
      </pc:sldChg>
      <pc:sldChg chg="del">
        <pc:chgData name="iliasidikov@dnevnik.ru" userId="5f36fc7e-1888-440f-a8f8-2af595699a1a" providerId="ADAL" clId="{8DEE7615-1DEC-43EF-A0D6-317339E0CED5}" dt="2022-10-02T13:29:45.468" v="3" actId="47"/>
        <pc:sldMkLst>
          <pc:docMk/>
          <pc:sldMk cId="972290396" sldId="337"/>
        </pc:sldMkLst>
      </pc:sldChg>
      <pc:sldChg chg="del">
        <pc:chgData name="iliasidikov@dnevnik.ru" userId="5f36fc7e-1888-440f-a8f8-2af595699a1a" providerId="ADAL" clId="{8DEE7615-1DEC-43EF-A0D6-317339E0CED5}" dt="2022-10-02T13:29:45.468" v="3" actId="47"/>
        <pc:sldMkLst>
          <pc:docMk/>
          <pc:sldMk cId="3070087590" sldId="338"/>
        </pc:sldMkLst>
      </pc:sldChg>
      <pc:sldChg chg="del">
        <pc:chgData name="iliasidikov@dnevnik.ru" userId="5f36fc7e-1888-440f-a8f8-2af595699a1a" providerId="ADAL" clId="{8DEE7615-1DEC-43EF-A0D6-317339E0CED5}" dt="2022-10-02T13:29:45.468" v="3" actId="47"/>
        <pc:sldMkLst>
          <pc:docMk/>
          <pc:sldMk cId="235091629" sldId="339"/>
        </pc:sldMkLst>
      </pc:sldChg>
      <pc:sldChg chg="del">
        <pc:chgData name="iliasidikov@dnevnik.ru" userId="5f36fc7e-1888-440f-a8f8-2af595699a1a" providerId="ADAL" clId="{8DEE7615-1DEC-43EF-A0D6-317339E0CED5}" dt="2022-10-02T13:29:45.468" v="3" actId="47"/>
        <pc:sldMkLst>
          <pc:docMk/>
          <pc:sldMk cId="2348628194" sldId="340"/>
        </pc:sldMkLst>
      </pc:sldChg>
      <pc:sldChg chg="del ord">
        <pc:chgData name="iliasidikov@dnevnik.ru" userId="5f36fc7e-1888-440f-a8f8-2af595699a1a" providerId="ADAL" clId="{8DEE7615-1DEC-43EF-A0D6-317339E0CED5}" dt="2022-10-02T13:42:03.112" v="117" actId="47"/>
        <pc:sldMkLst>
          <pc:docMk/>
          <pc:sldMk cId="67844516" sldId="341"/>
        </pc:sldMkLst>
      </pc:sldChg>
      <pc:sldChg chg="modSp add mod">
        <pc:chgData name="iliasidikov@dnevnik.ru" userId="5f36fc7e-1888-440f-a8f8-2af595699a1a" providerId="ADAL" clId="{8DEE7615-1DEC-43EF-A0D6-317339E0CED5}" dt="2022-10-02T13:34:27.996" v="29" actId="20577"/>
        <pc:sldMkLst>
          <pc:docMk/>
          <pc:sldMk cId="1043202177" sldId="342"/>
        </pc:sldMkLst>
        <pc:spChg chg="mod">
          <ac:chgData name="iliasidikov@dnevnik.ru" userId="5f36fc7e-1888-440f-a8f8-2af595699a1a" providerId="ADAL" clId="{8DEE7615-1DEC-43EF-A0D6-317339E0CED5}" dt="2022-10-02T13:34:27.996" v="29" actId="20577"/>
          <ac:spMkLst>
            <pc:docMk/>
            <pc:sldMk cId="1043202177" sldId="342"/>
            <ac:spMk id="26643" creationId="{00000000-0000-0000-0000-000000000000}"/>
          </ac:spMkLst>
        </pc:spChg>
        <pc:spChg chg="mod">
          <ac:chgData name="iliasidikov@dnevnik.ru" userId="5f36fc7e-1888-440f-a8f8-2af595699a1a" providerId="ADAL" clId="{8DEE7615-1DEC-43EF-A0D6-317339E0CED5}" dt="2022-10-02T13:31:17.950" v="14" actId="207"/>
          <ac:spMkLst>
            <pc:docMk/>
            <pc:sldMk cId="1043202177" sldId="342"/>
            <ac:spMk id="26644" creationId="{00000000-0000-0000-0000-000000000000}"/>
          </ac:spMkLst>
        </pc:spChg>
      </pc:sldChg>
      <pc:sldChg chg="del">
        <pc:chgData name="iliasidikov@dnevnik.ru" userId="5f36fc7e-1888-440f-a8f8-2af595699a1a" providerId="ADAL" clId="{8DEE7615-1DEC-43EF-A0D6-317339E0CED5}" dt="2022-10-02T13:29:46.440" v="4" actId="47"/>
        <pc:sldMkLst>
          <pc:docMk/>
          <pc:sldMk cId="2706899401" sldId="342"/>
        </pc:sldMkLst>
      </pc:sldChg>
      <pc:sldChg chg="modSp add mod">
        <pc:chgData name="iliasidikov@dnevnik.ru" userId="5f36fc7e-1888-440f-a8f8-2af595699a1a" providerId="ADAL" clId="{8DEE7615-1DEC-43EF-A0D6-317339E0CED5}" dt="2022-10-02T13:30:43.758" v="12"/>
        <pc:sldMkLst>
          <pc:docMk/>
          <pc:sldMk cId="1838904092" sldId="343"/>
        </pc:sldMkLst>
        <pc:spChg chg="mod">
          <ac:chgData name="iliasidikov@dnevnik.ru" userId="5f36fc7e-1888-440f-a8f8-2af595699a1a" providerId="ADAL" clId="{8DEE7615-1DEC-43EF-A0D6-317339E0CED5}" dt="2022-10-02T13:30:43.758" v="12"/>
          <ac:spMkLst>
            <pc:docMk/>
            <pc:sldMk cId="1838904092" sldId="343"/>
            <ac:spMk id="8194" creationId="{00000000-0000-0000-0000-000000000000}"/>
          </ac:spMkLst>
        </pc:spChg>
      </pc:sldChg>
      <pc:sldChg chg="del">
        <pc:chgData name="iliasidikov@dnevnik.ru" userId="5f36fc7e-1888-440f-a8f8-2af595699a1a" providerId="ADAL" clId="{8DEE7615-1DEC-43EF-A0D6-317339E0CED5}" dt="2022-10-02T13:29:45.468" v="3" actId="47"/>
        <pc:sldMkLst>
          <pc:docMk/>
          <pc:sldMk cId="3218525972" sldId="343"/>
        </pc:sldMkLst>
      </pc:sldChg>
      <pc:sldChg chg="modSp add mod">
        <pc:chgData name="iliasidikov@dnevnik.ru" userId="5f36fc7e-1888-440f-a8f8-2af595699a1a" providerId="ADAL" clId="{8DEE7615-1DEC-43EF-A0D6-317339E0CED5}" dt="2022-10-02T13:35:31.624" v="49" actId="12"/>
        <pc:sldMkLst>
          <pc:docMk/>
          <pc:sldMk cId="2658571184" sldId="344"/>
        </pc:sldMkLst>
        <pc:spChg chg="mod">
          <ac:chgData name="iliasidikov@dnevnik.ru" userId="5f36fc7e-1888-440f-a8f8-2af595699a1a" providerId="ADAL" clId="{8DEE7615-1DEC-43EF-A0D6-317339E0CED5}" dt="2022-10-02T13:35:31.624" v="49" actId="12"/>
          <ac:spMkLst>
            <pc:docMk/>
            <pc:sldMk cId="2658571184" sldId="344"/>
            <ac:spMk id="26643" creationId="{00000000-0000-0000-0000-000000000000}"/>
          </ac:spMkLst>
        </pc:spChg>
        <pc:spChg chg="mod">
          <ac:chgData name="iliasidikov@dnevnik.ru" userId="5f36fc7e-1888-440f-a8f8-2af595699a1a" providerId="ADAL" clId="{8DEE7615-1DEC-43EF-A0D6-317339E0CED5}" dt="2022-10-02T13:34:47.320" v="35" actId="20577"/>
          <ac:spMkLst>
            <pc:docMk/>
            <pc:sldMk cId="2658571184" sldId="344"/>
            <ac:spMk id="26644" creationId="{00000000-0000-0000-0000-000000000000}"/>
          </ac:spMkLst>
        </pc:spChg>
      </pc:sldChg>
      <pc:sldChg chg="modSp add mod">
        <pc:chgData name="iliasidikov@dnevnik.ru" userId="5f36fc7e-1888-440f-a8f8-2af595699a1a" providerId="ADAL" clId="{8DEE7615-1DEC-43EF-A0D6-317339E0CED5}" dt="2022-10-02T13:36:20.592" v="65" actId="20577"/>
        <pc:sldMkLst>
          <pc:docMk/>
          <pc:sldMk cId="2286872354" sldId="345"/>
        </pc:sldMkLst>
        <pc:spChg chg="mod">
          <ac:chgData name="iliasidikov@dnevnik.ru" userId="5f36fc7e-1888-440f-a8f8-2af595699a1a" providerId="ADAL" clId="{8DEE7615-1DEC-43EF-A0D6-317339E0CED5}" dt="2022-10-02T13:36:20.592" v="65" actId="20577"/>
          <ac:spMkLst>
            <pc:docMk/>
            <pc:sldMk cId="2286872354" sldId="345"/>
            <ac:spMk id="26643" creationId="{00000000-0000-0000-0000-000000000000}"/>
          </ac:spMkLst>
        </pc:spChg>
      </pc:sldChg>
      <pc:sldChg chg="modSp add mod">
        <pc:chgData name="iliasidikov@dnevnik.ru" userId="5f36fc7e-1888-440f-a8f8-2af595699a1a" providerId="ADAL" clId="{8DEE7615-1DEC-43EF-A0D6-317339E0CED5}" dt="2022-10-02T13:36:44.628" v="76" actId="20577"/>
        <pc:sldMkLst>
          <pc:docMk/>
          <pc:sldMk cId="146176168" sldId="346"/>
        </pc:sldMkLst>
        <pc:spChg chg="mod">
          <ac:chgData name="iliasidikov@dnevnik.ru" userId="5f36fc7e-1888-440f-a8f8-2af595699a1a" providerId="ADAL" clId="{8DEE7615-1DEC-43EF-A0D6-317339E0CED5}" dt="2022-10-02T13:36:44.628" v="76" actId="20577"/>
          <ac:spMkLst>
            <pc:docMk/>
            <pc:sldMk cId="146176168" sldId="346"/>
            <ac:spMk id="26643" creationId="{00000000-0000-0000-0000-000000000000}"/>
          </ac:spMkLst>
        </pc:spChg>
      </pc:sldChg>
      <pc:sldChg chg="modSp add mod">
        <pc:chgData name="iliasidikov@dnevnik.ru" userId="5f36fc7e-1888-440f-a8f8-2af595699a1a" providerId="ADAL" clId="{8DEE7615-1DEC-43EF-A0D6-317339E0CED5}" dt="2022-10-02T13:39:07.689" v="91" actId="6549"/>
        <pc:sldMkLst>
          <pc:docMk/>
          <pc:sldMk cId="3173609787" sldId="347"/>
        </pc:sldMkLst>
        <pc:spChg chg="mod">
          <ac:chgData name="iliasidikov@dnevnik.ru" userId="5f36fc7e-1888-440f-a8f8-2af595699a1a" providerId="ADAL" clId="{8DEE7615-1DEC-43EF-A0D6-317339E0CED5}" dt="2022-10-02T13:37:57.408" v="89" actId="20577"/>
          <ac:spMkLst>
            <pc:docMk/>
            <pc:sldMk cId="3173609787" sldId="347"/>
            <ac:spMk id="26643" creationId="{00000000-0000-0000-0000-000000000000}"/>
          </ac:spMkLst>
        </pc:spChg>
        <pc:spChg chg="mod">
          <ac:chgData name="iliasidikov@dnevnik.ru" userId="5f36fc7e-1888-440f-a8f8-2af595699a1a" providerId="ADAL" clId="{8DEE7615-1DEC-43EF-A0D6-317339E0CED5}" dt="2022-10-02T13:39:07.689" v="91" actId="6549"/>
          <ac:spMkLst>
            <pc:docMk/>
            <pc:sldMk cId="3173609787" sldId="347"/>
            <ac:spMk id="26644" creationId="{00000000-0000-0000-0000-000000000000}"/>
          </ac:spMkLst>
        </pc:spChg>
      </pc:sldChg>
      <pc:sldChg chg="addSp delSp modSp add del mod">
        <pc:chgData name="iliasidikov@dnevnik.ru" userId="5f36fc7e-1888-440f-a8f8-2af595699a1a" providerId="ADAL" clId="{8DEE7615-1DEC-43EF-A0D6-317339E0CED5}" dt="2022-10-02T13:47:06.039" v="166" actId="47"/>
        <pc:sldMkLst>
          <pc:docMk/>
          <pc:sldMk cId="1834787887" sldId="348"/>
        </pc:sldMkLst>
        <pc:spChg chg="mod">
          <ac:chgData name="iliasidikov@dnevnik.ru" userId="5f36fc7e-1888-440f-a8f8-2af595699a1a" providerId="ADAL" clId="{8DEE7615-1DEC-43EF-A0D6-317339E0CED5}" dt="2022-10-02T13:39:48.461" v="106" actId="20577"/>
          <ac:spMkLst>
            <pc:docMk/>
            <pc:sldMk cId="1834787887" sldId="348"/>
            <ac:spMk id="26643" creationId="{00000000-0000-0000-0000-000000000000}"/>
          </ac:spMkLst>
        </pc:spChg>
        <pc:spChg chg="mod">
          <ac:chgData name="iliasidikov@dnevnik.ru" userId="5f36fc7e-1888-440f-a8f8-2af595699a1a" providerId="ADAL" clId="{8DEE7615-1DEC-43EF-A0D6-317339E0CED5}" dt="2022-10-02T13:39:16.562" v="94"/>
          <ac:spMkLst>
            <pc:docMk/>
            <pc:sldMk cId="1834787887" sldId="348"/>
            <ac:spMk id="26644" creationId="{00000000-0000-0000-0000-000000000000}"/>
          </ac:spMkLst>
        </pc:spChg>
        <pc:picChg chg="add del">
          <ac:chgData name="iliasidikov@dnevnik.ru" userId="5f36fc7e-1888-440f-a8f8-2af595699a1a" providerId="ADAL" clId="{8DEE7615-1DEC-43EF-A0D6-317339E0CED5}" dt="2022-10-02T13:39:12.280" v="93"/>
          <ac:picMkLst>
            <pc:docMk/>
            <pc:sldMk cId="1834787887" sldId="348"/>
            <ac:picMk id="2" creationId="{C024786F-C6A1-71AB-C255-CD43D91423D5}"/>
          </ac:picMkLst>
        </pc:picChg>
      </pc:sldChg>
      <pc:sldChg chg="addSp delSp modSp add mod">
        <pc:chgData name="iliasidikov@dnevnik.ru" userId="5f36fc7e-1888-440f-a8f8-2af595699a1a" providerId="ADAL" clId="{8DEE7615-1DEC-43EF-A0D6-317339E0CED5}" dt="2022-10-02T13:45:30.914" v="128" actId="1076"/>
        <pc:sldMkLst>
          <pc:docMk/>
          <pc:sldMk cId="3029805150" sldId="349"/>
        </pc:sldMkLst>
        <pc:spChg chg="del mod">
          <ac:chgData name="iliasidikov@dnevnik.ru" userId="5f36fc7e-1888-440f-a8f8-2af595699a1a" providerId="ADAL" clId="{8DEE7615-1DEC-43EF-A0D6-317339E0CED5}" dt="2022-10-02T13:44:43.516" v="124" actId="478"/>
          <ac:spMkLst>
            <pc:docMk/>
            <pc:sldMk cId="3029805150" sldId="349"/>
            <ac:spMk id="26643" creationId="{00000000-0000-0000-0000-000000000000}"/>
          </ac:spMkLst>
        </pc:spChg>
        <pc:spChg chg="mod">
          <ac:chgData name="iliasidikov@dnevnik.ru" userId="5f36fc7e-1888-440f-a8f8-2af595699a1a" providerId="ADAL" clId="{8DEE7615-1DEC-43EF-A0D6-317339E0CED5}" dt="2022-10-02T13:40:50.538" v="116" actId="20577"/>
          <ac:spMkLst>
            <pc:docMk/>
            <pc:sldMk cId="3029805150" sldId="349"/>
            <ac:spMk id="26644" creationId="{00000000-0000-0000-0000-000000000000}"/>
          </ac:spMkLst>
        </pc:spChg>
        <pc:picChg chg="add mod">
          <ac:chgData name="iliasidikov@dnevnik.ru" userId="5f36fc7e-1888-440f-a8f8-2af595699a1a" providerId="ADAL" clId="{8DEE7615-1DEC-43EF-A0D6-317339E0CED5}" dt="2022-10-02T13:45:30.914" v="128" actId="1076"/>
          <ac:picMkLst>
            <pc:docMk/>
            <pc:sldMk cId="3029805150" sldId="349"/>
            <ac:picMk id="3" creationId="{1497A508-5061-1597-C2C9-CF03CF0EA363}"/>
          </ac:picMkLst>
        </pc:picChg>
      </pc:sldChg>
      <pc:sldChg chg="addSp delSp modSp add mod">
        <pc:chgData name="iliasidikov@dnevnik.ru" userId="5f36fc7e-1888-440f-a8f8-2af595699a1a" providerId="ADAL" clId="{8DEE7615-1DEC-43EF-A0D6-317339E0CED5}" dt="2022-10-02T13:46:02.111" v="146" actId="1076"/>
        <pc:sldMkLst>
          <pc:docMk/>
          <pc:sldMk cId="996328101" sldId="350"/>
        </pc:sldMkLst>
        <pc:spChg chg="mod">
          <ac:chgData name="iliasidikov@dnevnik.ru" userId="5f36fc7e-1888-440f-a8f8-2af595699a1a" providerId="ADAL" clId="{8DEE7615-1DEC-43EF-A0D6-317339E0CED5}" dt="2022-10-02T13:45:45.217" v="141" actId="20577"/>
          <ac:spMkLst>
            <pc:docMk/>
            <pc:sldMk cId="996328101" sldId="350"/>
            <ac:spMk id="26644" creationId="{00000000-0000-0000-0000-000000000000}"/>
          </ac:spMkLst>
        </pc:spChg>
        <pc:picChg chg="del">
          <ac:chgData name="iliasidikov@dnevnik.ru" userId="5f36fc7e-1888-440f-a8f8-2af595699a1a" providerId="ADAL" clId="{8DEE7615-1DEC-43EF-A0D6-317339E0CED5}" dt="2022-10-02T13:45:47.620" v="142" actId="478"/>
          <ac:picMkLst>
            <pc:docMk/>
            <pc:sldMk cId="996328101" sldId="350"/>
            <ac:picMk id="3" creationId="{1497A508-5061-1597-C2C9-CF03CF0EA363}"/>
          </ac:picMkLst>
        </pc:picChg>
        <pc:picChg chg="add mod">
          <ac:chgData name="iliasidikov@dnevnik.ru" userId="5f36fc7e-1888-440f-a8f8-2af595699a1a" providerId="ADAL" clId="{8DEE7615-1DEC-43EF-A0D6-317339E0CED5}" dt="2022-10-02T13:46:02.111" v="146" actId="1076"/>
          <ac:picMkLst>
            <pc:docMk/>
            <pc:sldMk cId="996328101" sldId="350"/>
            <ac:picMk id="4" creationId="{C4298602-00B3-6247-F01E-64884C1FD29F}"/>
          </ac:picMkLst>
        </pc:picChg>
      </pc:sldChg>
      <pc:sldChg chg="addSp delSp modSp add mod">
        <pc:chgData name="iliasidikov@dnevnik.ru" userId="5f36fc7e-1888-440f-a8f8-2af595699a1a" providerId="ADAL" clId="{8DEE7615-1DEC-43EF-A0D6-317339E0CED5}" dt="2022-10-02T13:46:50.259" v="165" actId="1076"/>
        <pc:sldMkLst>
          <pc:docMk/>
          <pc:sldMk cId="598280735" sldId="351"/>
        </pc:sldMkLst>
        <pc:spChg chg="mod">
          <ac:chgData name="iliasidikov@dnevnik.ru" userId="5f36fc7e-1888-440f-a8f8-2af595699a1a" providerId="ADAL" clId="{8DEE7615-1DEC-43EF-A0D6-317339E0CED5}" dt="2022-10-02T13:46:22.080" v="160" actId="20577"/>
          <ac:spMkLst>
            <pc:docMk/>
            <pc:sldMk cId="598280735" sldId="351"/>
            <ac:spMk id="26644" creationId="{00000000-0000-0000-0000-000000000000}"/>
          </ac:spMkLst>
        </pc:spChg>
        <pc:picChg chg="add mod">
          <ac:chgData name="iliasidikov@dnevnik.ru" userId="5f36fc7e-1888-440f-a8f8-2af595699a1a" providerId="ADAL" clId="{8DEE7615-1DEC-43EF-A0D6-317339E0CED5}" dt="2022-10-02T13:46:50.259" v="165" actId="1076"/>
          <ac:picMkLst>
            <pc:docMk/>
            <pc:sldMk cId="598280735" sldId="351"/>
            <ac:picMk id="3" creationId="{11B3B7BE-AC5B-5FBA-F913-B3A104CB23FB}"/>
          </ac:picMkLst>
        </pc:picChg>
        <pc:picChg chg="del">
          <ac:chgData name="iliasidikov@dnevnik.ru" userId="5f36fc7e-1888-440f-a8f8-2af595699a1a" providerId="ADAL" clId="{8DEE7615-1DEC-43EF-A0D6-317339E0CED5}" dt="2022-10-02T13:46:23.973" v="161" actId="478"/>
          <ac:picMkLst>
            <pc:docMk/>
            <pc:sldMk cId="598280735" sldId="351"/>
            <ac:picMk id="4" creationId="{C4298602-00B3-6247-F01E-64884C1FD29F}"/>
          </ac:picMkLst>
        </pc:picChg>
      </pc:sldChg>
      <pc:sldChg chg="add del">
        <pc:chgData name="iliasidikov@dnevnik.ru" userId="5f36fc7e-1888-440f-a8f8-2af595699a1a" providerId="ADAL" clId="{8DEE7615-1DEC-43EF-A0D6-317339E0CED5}" dt="2022-10-02T13:47:27.824" v="170"/>
        <pc:sldMkLst>
          <pc:docMk/>
          <pc:sldMk cId="2024753248" sldId="352"/>
        </pc:sldMkLst>
      </pc:sldChg>
      <pc:sldChg chg="addSp delSp modSp add mod">
        <pc:chgData name="iliasidikov@dnevnik.ru" userId="5f36fc7e-1888-440f-a8f8-2af595699a1a" providerId="ADAL" clId="{8DEE7615-1DEC-43EF-A0D6-317339E0CED5}" dt="2022-10-02T13:50:09.681" v="180" actId="22"/>
        <pc:sldMkLst>
          <pc:docMk/>
          <pc:sldMk cId="2501111542" sldId="352"/>
        </pc:sldMkLst>
        <pc:spChg chg="add del">
          <ac:chgData name="iliasidikov@dnevnik.ru" userId="5f36fc7e-1888-440f-a8f8-2af595699a1a" providerId="ADAL" clId="{8DEE7615-1DEC-43EF-A0D6-317339E0CED5}" dt="2022-10-02T13:50:09.681" v="180" actId="22"/>
          <ac:spMkLst>
            <pc:docMk/>
            <pc:sldMk cId="2501111542" sldId="352"/>
            <ac:spMk id="5" creationId="{4F07BC16-51CC-A28B-7BF6-5942CC7B0BFB}"/>
          </ac:spMkLst>
        </pc:spChg>
        <pc:spChg chg="mod">
          <ac:chgData name="iliasidikov@dnevnik.ru" userId="5f36fc7e-1888-440f-a8f8-2af595699a1a" providerId="ADAL" clId="{8DEE7615-1DEC-43EF-A0D6-317339E0CED5}" dt="2022-10-02T13:49:25.895" v="178" actId="12"/>
          <ac:spMkLst>
            <pc:docMk/>
            <pc:sldMk cId="2501111542" sldId="352"/>
            <ac:spMk id="26643" creationId="{00000000-0000-0000-0000-000000000000}"/>
          </ac:spMkLst>
        </pc:spChg>
        <pc:spChg chg="mod">
          <ac:chgData name="iliasidikov@dnevnik.ru" userId="5f36fc7e-1888-440f-a8f8-2af595699a1a" providerId="ADAL" clId="{8DEE7615-1DEC-43EF-A0D6-317339E0CED5}" dt="2022-10-02T13:48:14.482" v="176"/>
          <ac:spMkLst>
            <pc:docMk/>
            <pc:sldMk cId="2501111542" sldId="352"/>
            <ac:spMk id="26644" creationId="{00000000-0000-0000-0000-000000000000}"/>
          </ac:spMkLst>
        </pc:spChg>
        <pc:picChg chg="add del">
          <ac:chgData name="iliasidikov@dnevnik.ru" userId="5f36fc7e-1888-440f-a8f8-2af595699a1a" providerId="ADAL" clId="{8DEE7615-1DEC-43EF-A0D6-317339E0CED5}" dt="2022-10-02T13:47:39.270" v="173"/>
          <ac:picMkLst>
            <pc:docMk/>
            <pc:sldMk cId="2501111542" sldId="352"/>
            <ac:picMk id="2" creationId="{8A119A2C-0724-FA4E-0364-D3ACA3D8325A}"/>
          </ac:picMkLst>
        </pc:picChg>
        <pc:picChg chg="add del">
          <ac:chgData name="iliasidikov@dnevnik.ru" userId="5f36fc7e-1888-440f-a8f8-2af595699a1a" providerId="ADAL" clId="{8DEE7615-1DEC-43EF-A0D6-317339E0CED5}" dt="2022-10-02T13:47:51.964" v="175"/>
          <ac:picMkLst>
            <pc:docMk/>
            <pc:sldMk cId="2501111542" sldId="352"/>
            <ac:picMk id="3" creationId="{95A061E8-0D21-DD3D-1C16-9FDF163ADFFA}"/>
          </ac:picMkLst>
        </pc:picChg>
      </pc:sldChg>
      <pc:sldChg chg="add del">
        <pc:chgData name="iliasidikov@dnevnik.ru" userId="5f36fc7e-1888-440f-a8f8-2af595699a1a" providerId="ADAL" clId="{8DEE7615-1DEC-43EF-A0D6-317339E0CED5}" dt="2022-10-02T13:47:25.398" v="168"/>
        <pc:sldMkLst>
          <pc:docMk/>
          <pc:sldMk cId="4283177499" sldId="352"/>
        </pc:sldMkLst>
      </pc:sldChg>
      <pc:sldChg chg="addSp modSp add mod">
        <pc:chgData name="iliasidikov@dnevnik.ru" userId="5f36fc7e-1888-440f-a8f8-2af595699a1a" providerId="ADAL" clId="{8DEE7615-1DEC-43EF-A0D6-317339E0CED5}" dt="2022-10-02T13:50:53.089" v="187" actId="1076"/>
        <pc:sldMkLst>
          <pc:docMk/>
          <pc:sldMk cId="1347852159" sldId="353"/>
        </pc:sldMkLst>
        <pc:spChg chg="mod">
          <ac:chgData name="iliasidikov@dnevnik.ru" userId="5f36fc7e-1888-440f-a8f8-2af595699a1a" providerId="ADAL" clId="{8DEE7615-1DEC-43EF-A0D6-317339E0CED5}" dt="2022-10-02T13:50:27.017" v="183"/>
          <ac:spMkLst>
            <pc:docMk/>
            <pc:sldMk cId="1347852159" sldId="353"/>
            <ac:spMk id="26643" creationId="{00000000-0000-0000-0000-000000000000}"/>
          </ac:spMkLst>
        </pc:spChg>
        <pc:spChg chg="mod">
          <ac:chgData name="iliasidikov@dnevnik.ru" userId="5f36fc7e-1888-440f-a8f8-2af595699a1a" providerId="ADAL" clId="{8DEE7615-1DEC-43EF-A0D6-317339E0CED5}" dt="2022-10-02T13:50:15.139" v="182"/>
          <ac:spMkLst>
            <pc:docMk/>
            <pc:sldMk cId="1347852159" sldId="353"/>
            <ac:spMk id="26644" creationId="{00000000-0000-0000-0000-000000000000}"/>
          </ac:spMkLst>
        </pc:spChg>
        <pc:picChg chg="add mod">
          <ac:chgData name="iliasidikov@dnevnik.ru" userId="5f36fc7e-1888-440f-a8f8-2af595699a1a" providerId="ADAL" clId="{8DEE7615-1DEC-43EF-A0D6-317339E0CED5}" dt="2022-10-02T13:50:53.089" v="187" actId="1076"/>
          <ac:picMkLst>
            <pc:docMk/>
            <pc:sldMk cId="1347852159" sldId="353"/>
            <ac:picMk id="3" creationId="{6301B751-E172-F162-4B0C-A2D8CC6AFB11}"/>
          </ac:picMkLst>
        </pc:picChg>
      </pc:sldChg>
      <pc:sldChg chg="delSp modSp add mod">
        <pc:chgData name="iliasidikov@dnevnik.ru" userId="5f36fc7e-1888-440f-a8f8-2af595699a1a" providerId="ADAL" clId="{8DEE7615-1DEC-43EF-A0D6-317339E0CED5}" dt="2022-10-02T13:51:54.655" v="215" actId="20577"/>
        <pc:sldMkLst>
          <pc:docMk/>
          <pc:sldMk cId="2831187877" sldId="354"/>
        </pc:sldMkLst>
        <pc:spChg chg="mod">
          <ac:chgData name="iliasidikov@dnevnik.ru" userId="5f36fc7e-1888-440f-a8f8-2af595699a1a" providerId="ADAL" clId="{8DEE7615-1DEC-43EF-A0D6-317339E0CED5}" dt="2022-10-02T13:51:54.655" v="215" actId="20577"/>
          <ac:spMkLst>
            <pc:docMk/>
            <pc:sldMk cId="2831187877" sldId="354"/>
            <ac:spMk id="26643" creationId="{00000000-0000-0000-0000-000000000000}"/>
          </ac:spMkLst>
        </pc:spChg>
        <pc:picChg chg="del">
          <ac:chgData name="iliasidikov@dnevnik.ru" userId="5f36fc7e-1888-440f-a8f8-2af595699a1a" providerId="ADAL" clId="{8DEE7615-1DEC-43EF-A0D6-317339E0CED5}" dt="2022-10-02T13:51:07.293" v="189" actId="478"/>
          <ac:picMkLst>
            <pc:docMk/>
            <pc:sldMk cId="2831187877" sldId="354"/>
            <ac:picMk id="3" creationId="{6301B751-E172-F162-4B0C-A2D8CC6AFB11}"/>
          </ac:picMkLst>
        </pc:picChg>
      </pc:sldChg>
      <pc:sldChg chg="modSp add mod">
        <pc:chgData name="iliasidikov@dnevnik.ru" userId="5f36fc7e-1888-440f-a8f8-2af595699a1a" providerId="ADAL" clId="{8DEE7615-1DEC-43EF-A0D6-317339E0CED5}" dt="2022-10-02T13:52:42.413" v="218"/>
        <pc:sldMkLst>
          <pc:docMk/>
          <pc:sldMk cId="3265864989" sldId="355"/>
        </pc:sldMkLst>
        <pc:spChg chg="mod">
          <ac:chgData name="iliasidikov@dnevnik.ru" userId="5f36fc7e-1888-440f-a8f8-2af595699a1a" providerId="ADAL" clId="{8DEE7615-1DEC-43EF-A0D6-317339E0CED5}" dt="2022-10-02T13:52:42.413" v="218"/>
          <ac:spMkLst>
            <pc:docMk/>
            <pc:sldMk cId="3265864989" sldId="355"/>
            <ac:spMk id="26643" creationId="{00000000-0000-0000-0000-000000000000}"/>
          </ac:spMkLst>
        </pc:spChg>
        <pc:spChg chg="mod">
          <ac:chgData name="iliasidikov@dnevnik.ru" userId="5f36fc7e-1888-440f-a8f8-2af595699a1a" providerId="ADAL" clId="{8DEE7615-1DEC-43EF-A0D6-317339E0CED5}" dt="2022-10-02T13:52:29.422" v="217"/>
          <ac:spMkLst>
            <pc:docMk/>
            <pc:sldMk cId="3265864989" sldId="355"/>
            <ac:spMk id="26644" creationId="{00000000-0000-0000-0000-000000000000}"/>
          </ac:spMkLst>
        </pc:spChg>
      </pc:sldChg>
      <pc:sldChg chg="modSp add mod">
        <pc:chgData name="iliasidikov@dnevnik.ru" userId="5f36fc7e-1888-440f-a8f8-2af595699a1a" providerId="ADAL" clId="{8DEE7615-1DEC-43EF-A0D6-317339E0CED5}" dt="2022-10-02T13:53:19.655" v="226"/>
        <pc:sldMkLst>
          <pc:docMk/>
          <pc:sldMk cId="2588549676" sldId="356"/>
        </pc:sldMkLst>
        <pc:spChg chg="mod">
          <ac:chgData name="iliasidikov@dnevnik.ru" userId="5f36fc7e-1888-440f-a8f8-2af595699a1a" providerId="ADAL" clId="{8DEE7615-1DEC-43EF-A0D6-317339E0CED5}" dt="2022-10-02T13:53:19.655" v="226"/>
          <ac:spMkLst>
            <pc:docMk/>
            <pc:sldMk cId="2588549676" sldId="356"/>
            <ac:spMk id="26643" creationId="{00000000-0000-0000-0000-000000000000}"/>
          </ac:spMkLst>
        </pc:spChg>
      </pc:sldChg>
      <pc:sldChg chg="addSp delSp modSp add mod">
        <pc:chgData name="iliasidikov@dnevnik.ru" userId="5f36fc7e-1888-440f-a8f8-2af595699a1a" providerId="ADAL" clId="{8DEE7615-1DEC-43EF-A0D6-317339E0CED5}" dt="2022-10-02T13:54:14.051" v="230" actId="22"/>
        <pc:sldMkLst>
          <pc:docMk/>
          <pc:sldMk cId="1028630551" sldId="357"/>
        </pc:sldMkLst>
        <pc:spChg chg="add del">
          <ac:chgData name="iliasidikov@dnevnik.ru" userId="5f36fc7e-1888-440f-a8f8-2af595699a1a" providerId="ADAL" clId="{8DEE7615-1DEC-43EF-A0D6-317339E0CED5}" dt="2022-10-02T13:54:14.051" v="230" actId="22"/>
          <ac:spMkLst>
            <pc:docMk/>
            <pc:sldMk cId="1028630551" sldId="357"/>
            <ac:spMk id="3" creationId="{18791609-1DE6-6283-9E52-830A33BB01DC}"/>
          </ac:spMkLst>
        </pc:spChg>
        <pc:spChg chg="mod">
          <ac:chgData name="iliasidikov@dnevnik.ru" userId="5f36fc7e-1888-440f-a8f8-2af595699a1a" providerId="ADAL" clId="{8DEE7615-1DEC-43EF-A0D6-317339E0CED5}" dt="2022-10-02T13:53:40.069" v="228"/>
          <ac:spMkLst>
            <pc:docMk/>
            <pc:sldMk cId="1028630551" sldId="357"/>
            <ac:spMk id="26643" creationId="{00000000-0000-0000-0000-000000000000}"/>
          </ac:spMkLst>
        </pc:spChg>
      </pc:sldChg>
      <pc:sldChg chg="addSp delSp modSp add mod">
        <pc:chgData name="iliasidikov@dnevnik.ru" userId="5f36fc7e-1888-440f-a8f8-2af595699a1a" providerId="ADAL" clId="{8DEE7615-1DEC-43EF-A0D6-317339E0CED5}" dt="2022-10-02T13:55:23.756" v="318" actId="12"/>
        <pc:sldMkLst>
          <pc:docMk/>
          <pc:sldMk cId="1605345781" sldId="358"/>
        </pc:sldMkLst>
        <pc:spChg chg="mod">
          <ac:chgData name="iliasidikov@dnevnik.ru" userId="5f36fc7e-1888-440f-a8f8-2af595699a1a" providerId="ADAL" clId="{8DEE7615-1DEC-43EF-A0D6-317339E0CED5}" dt="2022-10-02T13:55:23.756" v="318" actId="12"/>
          <ac:spMkLst>
            <pc:docMk/>
            <pc:sldMk cId="1605345781" sldId="358"/>
            <ac:spMk id="26643" creationId="{00000000-0000-0000-0000-000000000000}"/>
          </ac:spMkLst>
        </pc:spChg>
        <pc:picChg chg="add del">
          <ac:chgData name="iliasidikov@dnevnik.ru" userId="5f36fc7e-1888-440f-a8f8-2af595699a1a" providerId="ADAL" clId="{8DEE7615-1DEC-43EF-A0D6-317339E0CED5}" dt="2022-10-02T13:54:18.846" v="233"/>
          <ac:picMkLst>
            <pc:docMk/>
            <pc:sldMk cId="1605345781" sldId="358"/>
            <ac:picMk id="2" creationId="{387B144A-6200-A730-B0A4-323FEC6C25A5}"/>
          </ac:picMkLst>
        </pc:picChg>
      </pc:sldChg>
      <pc:sldChg chg="add del">
        <pc:chgData name="iliasidikov@dnevnik.ru" userId="5f36fc7e-1888-440f-a8f8-2af595699a1a" providerId="ADAL" clId="{8DEE7615-1DEC-43EF-A0D6-317339E0CED5}" dt="2022-10-04T13:33:47.771" v="328" actId="47"/>
        <pc:sldMkLst>
          <pc:docMk/>
          <pc:sldMk cId="2813108027" sldId="359"/>
        </pc:sldMkLst>
      </pc:sldChg>
      <pc:sldChg chg="modSp add mod">
        <pc:chgData name="iliasidikov@dnevnik.ru" userId="5f36fc7e-1888-440f-a8f8-2af595699a1a" providerId="ADAL" clId="{8DEE7615-1DEC-43EF-A0D6-317339E0CED5}" dt="2022-10-04T13:35:11.661" v="356" actId="20577"/>
        <pc:sldMkLst>
          <pc:docMk/>
          <pc:sldMk cId="2956130040" sldId="360"/>
        </pc:sldMkLst>
        <pc:spChg chg="mod">
          <ac:chgData name="iliasidikov@dnevnik.ru" userId="5f36fc7e-1888-440f-a8f8-2af595699a1a" providerId="ADAL" clId="{8DEE7615-1DEC-43EF-A0D6-317339E0CED5}" dt="2022-10-04T13:35:11.661" v="356" actId="20577"/>
          <ac:spMkLst>
            <pc:docMk/>
            <pc:sldMk cId="2956130040" sldId="360"/>
            <ac:spMk id="26643" creationId="{00000000-0000-0000-0000-000000000000}"/>
          </ac:spMkLst>
        </pc:spChg>
        <pc:spChg chg="mod">
          <ac:chgData name="iliasidikov@dnevnik.ru" userId="5f36fc7e-1888-440f-a8f8-2af595699a1a" providerId="ADAL" clId="{8DEE7615-1DEC-43EF-A0D6-317339E0CED5}" dt="2022-10-04T13:33:22.125" v="327" actId="20577"/>
          <ac:spMkLst>
            <pc:docMk/>
            <pc:sldMk cId="2956130040" sldId="360"/>
            <ac:spMk id="26644" creationId="{00000000-0000-0000-0000-000000000000}"/>
          </ac:spMkLst>
        </pc:spChg>
      </pc:sldChg>
      <pc:sldChg chg="modSp add mod">
        <pc:chgData name="iliasidikov@dnevnik.ru" userId="5f36fc7e-1888-440f-a8f8-2af595699a1a" providerId="ADAL" clId="{8DEE7615-1DEC-43EF-A0D6-317339E0CED5}" dt="2022-10-04T13:35:25.058" v="358"/>
        <pc:sldMkLst>
          <pc:docMk/>
          <pc:sldMk cId="3341491191" sldId="361"/>
        </pc:sldMkLst>
        <pc:spChg chg="mod">
          <ac:chgData name="iliasidikov@dnevnik.ru" userId="5f36fc7e-1888-440f-a8f8-2af595699a1a" providerId="ADAL" clId="{8DEE7615-1DEC-43EF-A0D6-317339E0CED5}" dt="2022-10-04T13:35:25.058" v="358"/>
          <ac:spMkLst>
            <pc:docMk/>
            <pc:sldMk cId="3341491191" sldId="361"/>
            <ac:spMk id="26643" creationId="{00000000-0000-0000-0000-000000000000}"/>
          </ac:spMkLst>
        </pc:spChg>
      </pc:sldChg>
      <pc:sldChg chg="modSp add mod">
        <pc:chgData name="iliasidikov@dnevnik.ru" userId="5f36fc7e-1888-440f-a8f8-2af595699a1a" providerId="ADAL" clId="{8DEE7615-1DEC-43EF-A0D6-317339E0CED5}" dt="2022-10-04T13:35:42.836" v="360"/>
        <pc:sldMkLst>
          <pc:docMk/>
          <pc:sldMk cId="1588124911" sldId="362"/>
        </pc:sldMkLst>
        <pc:spChg chg="mod">
          <ac:chgData name="iliasidikov@dnevnik.ru" userId="5f36fc7e-1888-440f-a8f8-2af595699a1a" providerId="ADAL" clId="{8DEE7615-1DEC-43EF-A0D6-317339E0CED5}" dt="2022-10-04T13:35:42.836" v="360"/>
          <ac:spMkLst>
            <pc:docMk/>
            <pc:sldMk cId="1588124911" sldId="362"/>
            <ac:spMk id="26643" creationId="{00000000-0000-0000-0000-000000000000}"/>
          </ac:spMkLst>
        </pc:spChg>
      </pc:sldChg>
      <pc:sldChg chg="modSp add mod">
        <pc:chgData name="iliasidikov@dnevnik.ru" userId="5f36fc7e-1888-440f-a8f8-2af595699a1a" providerId="ADAL" clId="{8DEE7615-1DEC-43EF-A0D6-317339E0CED5}" dt="2022-10-04T13:35:53.391" v="366" actId="20577"/>
        <pc:sldMkLst>
          <pc:docMk/>
          <pc:sldMk cId="3719705913" sldId="363"/>
        </pc:sldMkLst>
        <pc:spChg chg="mod">
          <ac:chgData name="iliasidikov@dnevnik.ru" userId="5f36fc7e-1888-440f-a8f8-2af595699a1a" providerId="ADAL" clId="{8DEE7615-1DEC-43EF-A0D6-317339E0CED5}" dt="2022-10-04T13:35:53.391" v="366" actId="20577"/>
          <ac:spMkLst>
            <pc:docMk/>
            <pc:sldMk cId="3719705913" sldId="363"/>
            <ac:spMk id="26643" creationId="{00000000-0000-0000-0000-000000000000}"/>
          </ac:spMkLst>
        </pc:spChg>
      </pc:sldChg>
      <pc:sldChg chg="modSp add mod">
        <pc:chgData name="iliasidikov@dnevnik.ru" userId="5f36fc7e-1888-440f-a8f8-2af595699a1a" providerId="ADAL" clId="{8DEE7615-1DEC-43EF-A0D6-317339E0CED5}" dt="2022-10-04T13:36:41.257" v="377" actId="12"/>
        <pc:sldMkLst>
          <pc:docMk/>
          <pc:sldMk cId="1784682705" sldId="364"/>
        </pc:sldMkLst>
        <pc:spChg chg="mod">
          <ac:chgData name="iliasidikov@dnevnik.ru" userId="5f36fc7e-1888-440f-a8f8-2af595699a1a" providerId="ADAL" clId="{8DEE7615-1DEC-43EF-A0D6-317339E0CED5}" dt="2022-10-04T13:36:41.257" v="377" actId="12"/>
          <ac:spMkLst>
            <pc:docMk/>
            <pc:sldMk cId="1784682705" sldId="364"/>
            <ac:spMk id="26643" creationId="{00000000-0000-0000-0000-000000000000}"/>
          </ac:spMkLst>
        </pc:spChg>
      </pc:sldChg>
      <pc:sldChg chg="modSp add mod">
        <pc:chgData name="iliasidikov@dnevnik.ru" userId="5f36fc7e-1888-440f-a8f8-2af595699a1a" providerId="ADAL" clId="{8DEE7615-1DEC-43EF-A0D6-317339E0CED5}" dt="2022-10-04T13:37:19.726" v="382"/>
        <pc:sldMkLst>
          <pc:docMk/>
          <pc:sldMk cId="3940963309" sldId="365"/>
        </pc:sldMkLst>
        <pc:spChg chg="mod">
          <ac:chgData name="iliasidikov@dnevnik.ru" userId="5f36fc7e-1888-440f-a8f8-2af595699a1a" providerId="ADAL" clId="{8DEE7615-1DEC-43EF-A0D6-317339E0CED5}" dt="2022-10-04T13:37:19.726" v="382"/>
          <ac:spMkLst>
            <pc:docMk/>
            <pc:sldMk cId="3940963309" sldId="365"/>
            <ac:spMk id="26643" creationId="{00000000-0000-0000-0000-000000000000}"/>
          </ac:spMkLst>
        </pc:spChg>
      </pc:sldChg>
      <pc:sldChg chg="modSp add mod">
        <pc:chgData name="iliasidikov@dnevnik.ru" userId="5f36fc7e-1888-440f-a8f8-2af595699a1a" providerId="ADAL" clId="{8DEE7615-1DEC-43EF-A0D6-317339E0CED5}" dt="2022-10-04T13:38:45.579" v="390" actId="20577"/>
        <pc:sldMkLst>
          <pc:docMk/>
          <pc:sldMk cId="1016447395" sldId="366"/>
        </pc:sldMkLst>
        <pc:spChg chg="mod">
          <ac:chgData name="iliasidikov@dnevnik.ru" userId="5f36fc7e-1888-440f-a8f8-2af595699a1a" providerId="ADAL" clId="{8DEE7615-1DEC-43EF-A0D6-317339E0CED5}" dt="2022-10-04T13:38:45.579" v="390" actId="20577"/>
          <ac:spMkLst>
            <pc:docMk/>
            <pc:sldMk cId="1016447395" sldId="366"/>
            <ac:spMk id="26643" creationId="{00000000-0000-0000-0000-000000000000}"/>
          </ac:spMkLst>
        </pc:spChg>
      </pc:sldChg>
      <pc:sldChg chg="modSp add mod">
        <pc:chgData name="iliasidikov@dnevnik.ru" userId="5f36fc7e-1888-440f-a8f8-2af595699a1a" providerId="ADAL" clId="{8DEE7615-1DEC-43EF-A0D6-317339E0CED5}" dt="2022-10-04T13:39:14.775" v="392"/>
        <pc:sldMkLst>
          <pc:docMk/>
          <pc:sldMk cId="26340034" sldId="367"/>
        </pc:sldMkLst>
        <pc:spChg chg="mod">
          <ac:chgData name="iliasidikov@dnevnik.ru" userId="5f36fc7e-1888-440f-a8f8-2af595699a1a" providerId="ADAL" clId="{8DEE7615-1DEC-43EF-A0D6-317339E0CED5}" dt="2022-10-04T13:39:14.775" v="392"/>
          <ac:spMkLst>
            <pc:docMk/>
            <pc:sldMk cId="26340034" sldId="367"/>
            <ac:spMk id="26643" creationId="{00000000-0000-0000-0000-000000000000}"/>
          </ac:spMkLst>
        </pc:spChg>
      </pc:sldChg>
      <pc:sldChg chg="modSp add mod">
        <pc:chgData name="iliasidikov@dnevnik.ru" userId="5f36fc7e-1888-440f-a8f8-2af595699a1a" providerId="ADAL" clId="{8DEE7615-1DEC-43EF-A0D6-317339E0CED5}" dt="2022-10-04T14:05:13.180" v="403" actId="5793"/>
        <pc:sldMkLst>
          <pc:docMk/>
          <pc:sldMk cId="2138233620" sldId="368"/>
        </pc:sldMkLst>
        <pc:spChg chg="mod">
          <ac:chgData name="iliasidikov@dnevnik.ru" userId="5f36fc7e-1888-440f-a8f8-2af595699a1a" providerId="ADAL" clId="{8DEE7615-1DEC-43EF-A0D6-317339E0CED5}" dt="2022-10-04T14:05:13.180" v="403" actId="5793"/>
          <ac:spMkLst>
            <pc:docMk/>
            <pc:sldMk cId="2138233620" sldId="368"/>
            <ac:spMk id="26643" creationId="{00000000-0000-0000-0000-000000000000}"/>
          </ac:spMkLst>
        </pc:spChg>
        <pc:spChg chg="mod">
          <ac:chgData name="iliasidikov@dnevnik.ru" userId="5f36fc7e-1888-440f-a8f8-2af595699a1a" providerId="ADAL" clId="{8DEE7615-1DEC-43EF-A0D6-317339E0CED5}" dt="2022-10-04T14:04:04.446" v="395" actId="207"/>
          <ac:spMkLst>
            <pc:docMk/>
            <pc:sldMk cId="2138233620" sldId="368"/>
            <ac:spMk id="26644" creationId="{00000000-0000-0000-0000-000000000000}"/>
          </ac:spMkLst>
        </pc:spChg>
      </pc:sldChg>
      <pc:sldChg chg="modSp add mod">
        <pc:chgData name="iliasidikov@dnevnik.ru" userId="5f36fc7e-1888-440f-a8f8-2af595699a1a" providerId="ADAL" clId="{8DEE7615-1DEC-43EF-A0D6-317339E0CED5}" dt="2022-10-04T14:07:38.108" v="409"/>
        <pc:sldMkLst>
          <pc:docMk/>
          <pc:sldMk cId="630336072" sldId="369"/>
        </pc:sldMkLst>
        <pc:spChg chg="mod">
          <ac:chgData name="iliasidikov@dnevnik.ru" userId="5f36fc7e-1888-440f-a8f8-2af595699a1a" providerId="ADAL" clId="{8DEE7615-1DEC-43EF-A0D6-317339E0CED5}" dt="2022-10-04T14:07:38.108" v="409"/>
          <ac:spMkLst>
            <pc:docMk/>
            <pc:sldMk cId="630336072" sldId="369"/>
            <ac:spMk id="26643" creationId="{00000000-0000-0000-0000-000000000000}"/>
          </ac:spMkLst>
        </pc:spChg>
        <pc:spChg chg="mod">
          <ac:chgData name="iliasidikov@dnevnik.ru" userId="5f36fc7e-1888-440f-a8f8-2af595699a1a" providerId="ADAL" clId="{8DEE7615-1DEC-43EF-A0D6-317339E0CED5}" dt="2022-10-04T14:07:25.766" v="408"/>
          <ac:spMkLst>
            <pc:docMk/>
            <pc:sldMk cId="630336072" sldId="369"/>
            <ac:spMk id="26644" creationId="{00000000-0000-0000-0000-000000000000}"/>
          </ac:spMkLst>
        </pc:spChg>
      </pc:sldChg>
      <pc:sldChg chg="modSp add mod ord">
        <pc:chgData name="iliasidikov@dnevnik.ru" userId="5f36fc7e-1888-440f-a8f8-2af595699a1a" providerId="ADAL" clId="{8DEE7615-1DEC-43EF-A0D6-317339E0CED5}" dt="2022-10-04T14:07:41.103" v="411"/>
        <pc:sldMkLst>
          <pc:docMk/>
          <pc:sldMk cId="686018746" sldId="370"/>
        </pc:sldMkLst>
        <pc:spChg chg="mod">
          <ac:chgData name="iliasidikov@dnevnik.ru" userId="5f36fc7e-1888-440f-a8f8-2af595699a1a" providerId="ADAL" clId="{8DEE7615-1DEC-43EF-A0D6-317339E0CED5}" dt="2022-10-04T14:05:31.906" v="407"/>
          <ac:spMkLst>
            <pc:docMk/>
            <pc:sldMk cId="686018746" sldId="370"/>
            <ac:spMk id="26644" creationId="{00000000-0000-0000-0000-000000000000}"/>
          </ac:spMkLst>
        </pc:spChg>
      </pc:sldChg>
      <pc:sldChg chg="addSp delSp modSp add mod">
        <pc:chgData name="iliasidikov@dnevnik.ru" userId="5f36fc7e-1888-440f-a8f8-2af595699a1a" providerId="ADAL" clId="{8DEE7615-1DEC-43EF-A0D6-317339E0CED5}" dt="2022-10-04T14:07:56.007" v="417" actId="1076"/>
        <pc:sldMkLst>
          <pc:docMk/>
          <pc:sldMk cId="2276467700" sldId="371"/>
        </pc:sldMkLst>
        <pc:spChg chg="del">
          <ac:chgData name="iliasidikov@dnevnik.ru" userId="5f36fc7e-1888-440f-a8f8-2af595699a1a" providerId="ADAL" clId="{8DEE7615-1DEC-43EF-A0D6-317339E0CED5}" dt="2022-10-04T14:07:51.120" v="413" actId="478"/>
          <ac:spMkLst>
            <pc:docMk/>
            <pc:sldMk cId="2276467700" sldId="371"/>
            <ac:spMk id="26643" creationId="{00000000-0000-0000-0000-000000000000}"/>
          </ac:spMkLst>
        </pc:spChg>
        <pc:picChg chg="add mod">
          <ac:chgData name="iliasidikov@dnevnik.ru" userId="5f36fc7e-1888-440f-a8f8-2af595699a1a" providerId="ADAL" clId="{8DEE7615-1DEC-43EF-A0D6-317339E0CED5}" dt="2022-10-04T14:07:56.007" v="417" actId="1076"/>
          <ac:picMkLst>
            <pc:docMk/>
            <pc:sldMk cId="2276467700" sldId="371"/>
            <ac:picMk id="3" creationId="{65409F09-677E-5916-121B-2BD01DBD688C}"/>
          </ac:picMkLst>
        </pc:picChg>
      </pc:sldChg>
      <pc:sldChg chg="modSp add mod ord">
        <pc:chgData name="iliasidikov@dnevnik.ru" userId="5f36fc7e-1888-440f-a8f8-2af595699a1a" providerId="ADAL" clId="{8DEE7615-1DEC-43EF-A0D6-317339E0CED5}" dt="2022-10-04T14:08:58.350" v="425" actId="20577"/>
        <pc:sldMkLst>
          <pc:docMk/>
          <pc:sldMk cId="3106978480" sldId="372"/>
        </pc:sldMkLst>
        <pc:spChg chg="mod">
          <ac:chgData name="iliasidikov@dnevnik.ru" userId="5f36fc7e-1888-440f-a8f8-2af595699a1a" providerId="ADAL" clId="{8DEE7615-1DEC-43EF-A0D6-317339E0CED5}" dt="2022-10-04T14:08:58.350" v="425" actId="20577"/>
          <ac:spMkLst>
            <pc:docMk/>
            <pc:sldMk cId="3106978480" sldId="372"/>
            <ac:spMk id="26643" creationId="{00000000-0000-0000-0000-000000000000}"/>
          </ac:spMkLst>
        </pc:spChg>
        <pc:spChg chg="mod">
          <ac:chgData name="iliasidikov@dnevnik.ru" userId="5f36fc7e-1888-440f-a8f8-2af595699a1a" providerId="ADAL" clId="{8DEE7615-1DEC-43EF-A0D6-317339E0CED5}" dt="2022-10-04T14:08:31.225" v="421"/>
          <ac:spMkLst>
            <pc:docMk/>
            <pc:sldMk cId="3106978480" sldId="372"/>
            <ac:spMk id="26644" creationId="{00000000-0000-0000-0000-000000000000}"/>
          </ac:spMkLst>
        </pc:spChg>
      </pc:sldChg>
      <pc:sldChg chg="modSp add mod">
        <pc:chgData name="iliasidikov@dnevnik.ru" userId="5f36fc7e-1888-440f-a8f8-2af595699a1a" providerId="ADAL" clId="{8DEE7615-1DEC-43EF-A0D6-317339E0CED5}" dt="2022-10-04T14:09:46.570" v="428"/>
        <pc:sldMkLst>
          <pc:docMk/>
          <pc:sldMk cId="3779986202" sldId="373"/>
        </pc:sldMkLst>
        <pc:spChg chg="mod">
          <ac:chgData name="iliasidikov@dnevnik.ru" userId="5f36fc7e-1888-440f-a8f8-2af595699a1a" providerId="ADAL" clId="{8DEE7615-1DEC-43EF-A0D6-317339E0CED5}" dt="2022-10-04T14:09:46.570" v="428"/>
          <ac:spMkLst>
            <pc:docMk/>
            <pc:sldMk cId="3779986202" sldId="373"/>
            <ac:spMk id="26643" creationId="{00000000-0000-0000-0000-000000000000}"/>
          </ac:spMkLst>
        </pc:spChg>
        <pc:spChg chg="mod">
          <ac:chgData name="iliasidikov@dnevnik.ru" userId="5f36fc7e-1888-440f-a8f8-2af595699a1a" providerId="ADAL" clId="{8DEE7615-1DEC-43EF-A0D6-317339E0CED5}" dt="2022-10-04T14:09:15.187" v="427"/>
          <ac:spMkLst>
            <pc:docMk/>
            <pc:sldMk cId="3779986202" sldId="373"/>
            <ac:spMk id="26644" creationId="{00000000-0000-0000-0000-000000000000}"/>
          </ac:spMkLst>
        </pc:spChg>
      </pc:sldChg>
      <pc:sldChg chg="modSp add mod">
        <pc:chgData name="iliasidikov@dnevnik.ru" userId="5f36fc7e-1888-440f-a8f8-2af595699a1a" providerId="ADAL" clId="{8DEE7615-1DEC-43EF-A0D6-317339E0CED5}" dt="2022-10-04T14:10:42.307" v="433"/>
        <pc:sldMkLst>
          <pc:docMk/>
          <pc:sldMk cId="2312231977" sldId="374"/>
        </pc:sldMkLst>
        <pc:spChg chg="mod">
          <ac:chgData name="iliasidikov@dnevnik.ru" userId="5f36fc7e-1888-440f-a8f8-2af595699a1a" providerId="ADAL" clId="{8DEE7615-1DEC-43EF-A0D6-317339E0CED5}" dt="2022-10-04T14:10:31.135" v="431" actId="12"/>
          <ac:spMkLst>
            <pc:docMk/>
            <pc:sldMk cId="2312231977" sldId="374"/>
            <ac:spMk id="26643" creationId="{00000000-0000-0000-0000-000000000000}"/>
          </ac:spMkLst>
        </pc:spChg>
        <pc:spChg chg="mod">
          <ac:chgData name="iliasidikov@dnevnik.ru" userId="5f36fc7e-1888-440f-a8f8-2af595699a1a" providerId="ADAL" clId="{8DEE7615-1DEC-43EF-A0D6-317339E0CED5}" dt="2022-10-04T14:10:42.307" v="433"/>
          <ac:spMkLst>
            <pc:docMk/>
            <pc:sldMk cId="2312231977" sldId="374"/>
            <ac:spMk id="26644" creationId="{00000000-0000-0000-0000-000000000000}"/>
          </ac:spMkLst>
        </pc:spChg>
      </pc:sldChg>
      <pc:sldChg chg="modSp add mod">
        <pc:chgData name="iliasidikov@dnevnik.ru" userId="5f36fc7e-1888-440f-a8f8-2af595699a1a" providerId="ADAL" clId="{8DEE7615-1DEC-43EF-A0D6-317339E0CED5}" dt="2022-10-04T14:12:28.295" v="436" actId="20577"/>
        <pc:sldMkLst>
          <pc:docMk/>
          <pc:sldMk cId="3521461587" sldId="375"/>
        </pc:sldMkLst>
        <pc:spChg chg="mod">
          <ac:chgData name="iliasidikov@dnevnik.ru" userId="5f36fc7e-1888-440f-a8f8-2af595699a1a" providerId="ADAL" clId="{8DEE7615-1DEC-43EF-A0D6-317339E0CED5}" dt="2022-10-04T14:12:28.295" v="436" actId="20577"/>
          <ac:spMkLst>
            <pc:docMk/>
            <pc:sldMk cId="3521461587" sldId="375"/>
            <ac:spMk id="26643" creationId="{00000000-0000-0000-0000-000000000000}"/>
          </ac:spMkLst>
        </pc:spChg>
        <pc:spChg chg="mod">
          <ac:chgData name="iliasidikov@dnevnik.ru" userId="5f36fc7e-1888-440f-a8f8-2af595699a1a" providerId="ADAL" clId="{8DEE7615-1DEC-43EF-A0D6-317339E0CED5}" dt="2022-10-04T14:11:09.030" v="434"/>
          <ac:spMkLst>
            <pc:docMk/>
            <pc:sldMk cId="3521461587" sldId="375"/>
            <ac:spMk id="26644" creationId="{00000000-0000-0000-0000-000000000000}"/>
          </ac:spMkLst>
        </pc:spChg>
      </pc:sldChg>
      <pc:sldChg chg="modSp add mod">
        <pc:chgData name="iliasidikov@dnevnik.ru" userId="5f36fc7e-1888-440f-a8f8-2af595699a1a" providerId="ADAL" clId="{8DEE7615-1DEC-43EF-A0D6-317339E0CED5}" dt="2022-10-04T14:13:01.256" v="445" actId="20577"/>
        <pc:sldMkLst>
          <pc:docMk/>
          <pc:sldMk cId="4294862064" sldId="376"/>
        </pc:sldMkLst>
        <pc:spChg chg="mod">
          <ac:chgData name="iliasidikov@dnevnik.ru" userId="5f36fc7e-1888-440f-a8f8-2af595699a1a" providerId="ADAL" clId="{8DEE7615-1DEC-43EF-A0D6-317339E0CED5}" dt="2022-10-04T14:13:01.256" v="445" actId="20577"/>
          <ac:spMkLst>
            <pc:docMk/>
            <pc:sldMk cId="4294862064" sldId="376"/>
            <ac:spMk id="26643" creationId="{00000000-0000-0000-0000-000000000000}"/>
          </ac:spMkLst>
        </pc:spChg>
        <pc:spChg chg="mod">
          <ac:chgData name="iliasidikov@dnevnik.ru" userId="5f36fc7e-1888-440f-a8f8-2af595699a1a" providerId="ADAL" clId="{8DEE7615-1DEC-43EF-A0D6-317339E0CED5}" dt="2022-10-04T14:12:40.285" v="438"/>
          <ac:spMkLst>
            <pc:docMk/>
            <pc:sldMk cId="4294862064" sldId="376"/>
            <ac:spMk id="26644" creationId="{00000000-0000-0000-0000-000000000000}"/>
          </ac:spMkLst>
        </pc:spChg>
      </pc:sldChg>
      <pc:sldChg chg="modSp add mod">
        <pc:chgData name="iliasidikov@dnevnik.ru" userId="5f36fc7e-1888-440f-a8f8-2af595699a1a" providerId="ADAL" clId="{8DEE7615-1DEC-43EF-A0D6-317339E0CED5}" dt="2022-10-04T14:14:26.967" v="453" actId="12"/>
        <pc:sldMkLst>
          <pc:docMk/>
          <pc:sldMk cId="739482704" sldId="377"/>
        </pc:sldMkLst>
        <pc:spChg chg="mod">
          <ac:chgData name="iliasidikov@dnevnik.ru" userId="5f36fc7e-1888-440f-a8f8-2af595699a1a" providerId="ADAL" clId="{8DEE7615-1DEC-43EF-A0D6-317339E0CED5}" dt="2022-10-04T14:14:26.967" v="453" actId="12"/>
          <ac:spMkLst>
            <pc:docMk/>
            <pc:sldMk cId="739482704" sldId="377"/>
            <ac:spMk id="26643" creationId="{00000000-0000-0000-0000-000000000000}"/>
          </ac:spMkLst>
        </pc:spChg>
        <pc:spChg chg="mod">
          <ac:chgData name="iliasidikov@dnevnik.ru" userId="5f36fc7e-1888-440f-a8f8-2af595699a1a" providerId="ADAL" clId="{8DEE7615-1DEC-43EF-A0D6-317339E0CED5}" dt="2022-10-04T14:13:09.383" v="448" actId="20577"/>
          <ac:spMkLst>
            <pc:docMk/>
            <pc:sldMk cId="739482704" sldId="377"/>
            <ac:spMk id="26644" creationId="{00000000-0000-0000-0000-000000000000}"/>
          </ac:spMkLst>
        </pc:spChg>
      </pc:sldChg>
      <pc:sldChg chg="modSp add mod">
        <pc:chgData name="iliasidikov@dnevnik.ru" userId="5f36fc7e-1888-440f-a8f8-2af595699a1a" providerId="ADAL" clId="{8DEE7615-1DEC-43EF-A0D6-317339E0CED5}" dt="2022-10-04T14:15:36.698" v="460"/>
        <pc:sldMkLst>
          <pc:docMk/>
          <pc:sldMk cId="702690901" sldId="378"/>
        </pc:sldMkLst>
        <pc:spChg chg="mod">
          <ac:chgData name="iliasidikov@dnevnik.ru" userId="5f36fc7e-1888-440f-a8f8-2af595699a1a" providerId="ADAL" clId="{8DEE7615-1DEC-43EF-A0D6-317339E0CED5}" dt="2022-10-04T14:15:36.698" v="460"/>
          <ac:spMkLst>
            <pc:docMk/>
            <pc:sldMk cId="702690901" sldId="378"/>
            <ac:spMk id="26643" creationId="{00000000-0000-0000-0000-000000000000}"/>
          </ac:spMkLst>
        </pc:spChg>
        <pc:spChg chg="mod">
          <ac:chgData name="iliasidikov@dnevnik.ru" userId="5f36fc7e-1888-440f-a8f8-2af595699a1a" providerId="ADAL" clId="{8DEE7615-1DEC-43EF-A0D6-317339E0CED5}" dt="2022-10-04T14:14:55.084" v="456" actId="20577"/>
          <ac:spMkLst>
            <pc:docMk/>
            <pc:sldMk cId="702690901" sldId="378"/>
            <ac:spMk id="26644" creationId="{00000000-0000-0000-0000-000000000000}"/>
          </ac:spMkLst>
        </pc:spChg>
      </pc:sldChg>
      <pc:sldChg chg="modSp add mod">
        <pc:chgData name="iliasidikov@dnevnik.ru" userId="5f36fc7e-1888-440f-a8f8-2af595699a1a" providerId="ADAL" clId="{8DEE7615-1DEC-43EF-A0D6-317339E0CED5}" dt="2022-10-04T14:16:04.366" v="474" actId="12"/>
        <pc:sldMkLst>
          <pc:docMk/>
          <pc:sldMk cId="2951403715" sldId="379"/>
        </pc:sldMkLst>
        <pc:spChg chg="mod">
          <ac:chgData name="iliasidikov@dnevnik.ru" userId="5f36fc7e-1888-440f-a8f8-2af595699a1a" providerId="ADAL" clId="{8DEE7615-1DEC-43EF-A0D6-317339E0CED5}" dt="2022-10-04T14:16:04.366" v="474" actId="12"/>
          <ac:spMkLst>
            <pc:docMk/>
            <pc:sldMk cId="2951403715" sldId="379"/>
            <ac:spMk id="26643" creationId="{00000000-0000-0000-0000-000000000000}"/>
          </ac:spMkLst>
        </pc:spChg>
      </pc:sldChg>
      <pc:sldChg chg="modSp add mod">
        <pc:chgData name="iliasidikov@dnevnik.ru" userId="5f36fc7e-1888-440f-a8f8-2af595699a1a" providerId="ADAL" clId="{8DEE7615-1DEC-43EF-A0D6-317339E0CED5}" dt="2022-10-04T14:16:27.941" v="476"/>
        <pc:sldMkLst>
          <pc:docMk/>
          <pc:sldMk cId="3238414325" sldId="380"/>
        </pc:sldMkLst>
        <pc:spChg chg="mod">
          <ac:chgData name="iliasidikov@dnevnik.ru" userId="5f36fc7e-1888-440f-a8f8-2af595699a1a" providerId="ADAL" clId="{8DEE7615-1DEC-43EF-A0D6-317339E0CED5}" dt="2022-10-04T14:16:27.941" v="476"/>
          <ac:spMkLst>
            <pc:docMk/>
            <pc:sldMk cId="3238414325" sldId="380"/>
            <ac:spMk id="26643" creationId="{00000000-0000-0000-0000-000000000000}"/>
          </ac:spMkLst>
        </pc:spChg>
      </pc:sldChg>
      <pc:sldChg chg="new del">
        <pc:chgData name="iliasidikov@dnevnik.ru" userId="5f36fc7e-1888-440f-a8f8-2af595699a1a" providerId="ADAL" clId="{8DEE7615-1DEC-43EF-A0D6-317339E0CED5}" dt="2022-10-04T14:16:42.290" v="478" actId="680"/>
        <pc:sldMkLst>
          <pc:docMk/>
          <pc:sldMk cId="2640309787" sldId="381"/>
        </pc:sldMkLst>
      </pc:sldChg>
      <pc:sldChg chg="modSp add mod">
        <pc:chgData name="iliasidikov@dnevnik.ru" userId="5f36fc7e-1888-440f-a8f8-2af595699a1a" providerId="ADAL" clId="{8DEE7615-1DEC-43EF-A0D6-317339E0CED5}" dt="2022-10-04T14:18:13.123" v="505" actId="20577"/>
        <pc:sldMkLst>
          <pc:docMk/>
          <pc:sldMk cId="3178599218" sldId="381"/>
        </pc:sldMkLst>
        <pc:spChg chg="mod">
          <ac:chgData name="iliasidikov@dnevnik.ru" userId="5f36fc7e-1888-440f-a8f8-2af595699a1a" providerId="ADAL" clId="{8DEE7615-1DEC-43EF-A0D6-317339E0CED5}" dt="2022-10-04T14:18:13.123" v="505" actId="20577"/>
          <ac:spMkLst>
            <pc:docMk/>
            <pc:sldMk cId="3178599218" sldId="381"/>
            <ac:spMk id="8194" creationId="{00000000-0000-0000-0000-000000000000}"/>
          </ac:spMkLst>
        </pc:spChg>
      </pc:sldChg>
      <pc:sldChg chg="modSp add mod">
        <pc:chgData name="iliasidikov@dnevnik.ru" userId="5f36fc7e-1888-440f-a8f8-2af595699a1a" providerId="ADAL" clId="{8DEE7615-1DEC-43EF-A0D6-317339E0CED5}" dt="2022-10-04T14:21:05.961" v="550" actId="20577"/>
        <pc:sldMkLst>
          <pc:docMk/>
          <pc:sldMk cId="2734261419" sldId="382"/>
        </pc:sldMkLst>
        <pc:spChg chg="mod">
          <ac:chgData name="iliasidikov@dnevnik.ru" userId="5f36fc7e-1888-440f-a8f8-2af595699a1a" providerId="ADAL" clId="{8DEE7615-1DEC-43EF-A0D6-317339E0CED5}" dt="2022-10-04T14:21:05.961" v="550" actId="20577"/>
          <ac:spMkLst>
            <pc:docMk/>
            <pc:sldMk cId="2734261419" sldId="382"/>
            <ac:spMk id="26643" creationId="{00000000-0000-0000-0000-000000000000}"/>
          </ac:spMkLst>
        </pc:spChg>
        <pc:spChg chg="mod">
          <ac:chgData name="iliasidikov@dnevnik.ru" userId="5f36fc7e-1888-440f-a8f8-2af595699a1a" providerId="ADAL" clId="{8DEE7615-1DEC-43EF-A0D6-317339E0CED5}" dt="2022-10-04T14:20:40.971" v="537"/>
          <ac:spMkLst>
            <pc:docMk/>
            <pc:sldMk cId="2734261419" sldId="382"/>
            <ac:spMk id="26644" creationId="{00000000-0000-0000-0000-000000000000}"/>
          </ac:spMkLst>
        </pc:spChg>
      </pc:sldChg>
      <pc:sldChg chg="modSp add mod">
        <pc:chgData name="iliasidikov@dnevnik.ru" userId="5f36fc7e-1888-440f-a8f8-2af595699a1a" providerId="ADAL" clId="{8DEE7615-1DEC-43EF-A0D6-317339E0CED5}" dt="2022-10-04T14:21:41.757" v="614" actId="20577"/>
        <pc:sldMkLst>
          <pc:docMk/>
          <pc:sldMk cId="1889624584" sldId="383"/>
        </pc:sldMkLst>
        <pc:spChg chg="mod">
          <ac:chgData name="iliasidikov@dnevnik.ru" userId="5f36fc7e-1888-440f-a8f8-2af595699a1a" providerId="ADAL" clId="{8DEE7615-1DEC-43EF-A0D6-317339E0CED5}" dt="2022-10-04T14:21:41.757" v="614" actId="20577"/>
          <ac:spMkLst>
            <pc:docMk/>
            <pc:sldMk cId="1889624584" sldId="383"/>
            <ac:spMk id="26643" creationId="{00000000-0000-0000-0000-000000000000}"/>
          </ac:spMkLst>
        </pc:spChg>
        <pc:spChg chg="mod">
          <ac:chgData name="iliasidikov@dnevnik.ru" userId="5f36fc7e-1888-440f-a8f8-2af595699a1a" providerId="ADAL" clId="{8DEE7615-1DEC-43EF-A0D6-317339E0CED5}" dt="2022-10-04T14:21:16.599" v="552"/>
          <ac:spMkLst>
            <pc:docMk/>
            <pc:sldMk cId="1889624584" sldId="383"/>
            <ac:spMk id="26644" creationId="{00000000-0000-0000-0000-000000000000}"/>
          </ac:spMkLst>
        </pc:spChg>
      </pc:sldChg>
      <pc:sldChg chg="modSp add mod">
        <pc:chgData name="iliasidikov@dnevnik.ru" userId="5f36fc7e-1888-440f-a8f8-2af595699a1a" providerId="ADAL" clId="{8DEE7615-1DEC-43EF-A0D6-317339E0CED5}" dt="2022-10-04T14:22:52.438" v="617"/>
        <pc:sldMkLst>
          <pc:docMk/>
          <pc:sldMk cId="1531087390" sldId="384"/>
        </pc:sldMkLst>
        <pc:spChg chg="mod">
          <ac:chgData name="iliasidikov@dnevnik.ru" userId="5f36fc7e-1888-440f-a8f8-2af595699a1a" providerId="ADAL" clId="{8DEE7615-1DEC-43EF-A0D6-317339E0CED5}" dt="2022-10-04T14:22:52.438" v="617"/>
          <ac:spMkLst>
            <pc:docMk/>
            <pc:sldMk cId="1531087390" sldId="384"/>
            <ac:spMk id="26643" creationId="{00000000-0000-0000-0000-000000000000}"/>
          </ac:spMkLst>
        </pc:spChg>
        <pc:spChg chg="mod">
          <ac:chgData name="iliasidikov@dnevnik.ru" userId="5f36fc7e-1888-440f-a8f8-2af595699a1a" providerId="ADAL" clId="{8DEE7615-1DEC-43EF-A0D6-317339E0CED5}" dt="2022-10-04T14:22:36.567" v="616"/>
          <ac:spMkLst>
            <pc:docMk/>
            <pc:sldMk cId="1531087390" sldId="384"/>
            <ac:spMk id="26644" creationId="{00000000-0000-0000-0000-000000000000}"/>
          </ac:spMkLst>
        </pc:spChg>
      </pc:sldChg>
      <pc:sldChg chg="modSp add mod">
        <pc:chgData name="iliasidikov@dnevnik.ru" userId="5f36fc7e-1888-440f-a8f8-2af595699a1a" providerId="ADAL" clId="{8DEE7615-1DEC-43EF-A0D6-317339E0CED5}" dt="2022-10-04T14:24:00.086" v="636" actId="20577"/>
        <pc:sldMkLst>
          <pc:docMk/>
          <pc:sldMk cId="2142227914" sldId="385"/>
        </pc:sldMkLst>
        <pc:spChg chg="mod">
          <ac:chgData name="iliasidikov@dnevnik.ru" userId="5f36fc7e-1888-440f-a8f8-2af595699a1a" providerId="ADAL" clId="{8DEE7615-1DEC-43EF-A0D6-317339E0CED5}" dt="2022-10-04T14:24:00.086" v="636" actId="20577"/>
          <ac:spMkLst>
            <pc:docMk/>
            <pc:sldMk cId="2142227914" sldId="385"/>
            <ac:spMk id="26643" creationId="{00000000-0000-0000-0000-000000000000}"/>
          </ac:spMkLst>
        </pc:spChg>
        <pc:spChg chg="mod">
          <ac:chgData name="iliasidikov@dnevnik.ru" userId="5f36fc7e-1888-440f-a8f8-2af595699a1a" providerId="ADAL" clId="{8DEE7615-1DEC-43EF-A0D6-317339E0CED5}" dt="2022-10-04T14:23:37.967" v="628"/>
          <ac:spMkLst>
            <pc:docMk/>
            <pc:sldMk cId="2142227914" sldId="385"/>
            <ac:spMk id="26644" creationId="{00000000-0000-0000-0000-000000000000}"/>
          </ac:spMkLst>
        </pc:spChg>
      </pc:sldChg>
      <pc:sldChg chg="addSp delSp modSp add mod">
        <pc:chgData name="iliasidikov@dnevnik.ru" userId="5f36fc7e-1888-440f-a8f8-2af595699a1a" providerId="ADAL" clId="{8DEE7615-1DEC-43EF-A0D6-317339E0CED5}" dt="2022-10-04T14:25:05.270" v="646" actId="22"/>
        <pc:sldMkLst>
          <pc:docMk/>
          <pc:sldMk cId="775987074" sldId="386"/>
        </pc:sldMkLst>
        <pc:spChg chg="add del">
          <ac:chgData name="iliasidikov@dnevnik.ru" userId="5f36fc7e-1888-440f-a8f8-2af595699a1a" providerId="ADAL" clId="{8DEE7615-1DEC-43EF-A0D6-317339E0CED5}" dt="2022-10-04T14:25:05.270" v="646" actId="22"/>
          <ac:spMkLst>
            <pc:docMk/>
            <pc:sldMk cId="775987074" sldId="386"/>
            <ac:spMk id="3" creationId="{643AD730-0643-5023-3273-C9E5B64A9DB9}"/>
          </ac:spMkLst>
        </pc:spChg>
        <pc:spChg chg="mod">
          <ac:chgData name="iliasidikov@dnevnik.ru" userId="5f36fc7e-1888-440f-a8f8-2af595699a1a" providerId="ADAL" clId="{8DEE7615-1DEC-43EF-A0D6-317339E0CED5}" dt="2022-10-04T14:24:49.722" v="644" actId="20577"/>
          <ac:spMkLst>
            <pc:docMk/>
            <pc:sldMk cId="775987074" sldId="386"/>
            <ac:spMk id="26643" creationId="{00000000-0000-0000-0000-000000000000}"/>
          </ac:spMkLst>
        </pc:spChg>
        <pc:spChg chg="mod">
          <ac:chgData name="iliasidikov@dnevnik.ru" userId="5f36fc7e-1888-440f-a8f8-2af595699a1a" providerId="ADAL" clId="{8DEE7615-1DEC-43EF-A0D6-317339E0CED5}" dt="2022-10-04T14:24:30.621" v="640"/>
          <ac:spMkLst>
            <pc:docMk/>
            <pc:sldMk cId="775987074" sldId="386"/>
            <ac:spMk id="26644" creationId="{00000000-0000-0000-0000-000000000000}"/>
          </ac:spMkLst>
        </pc:spChg>
      </pc:sldChg>
      <pc:sldChg chg="add del">
        <pc:chgData name="iliasidikov@dnevnik.ru" userId="5f36fc7e-1888-440f-a8f8-2af595699a1a" providerId="ADAL" clId="{8DEE7615-1DEC-43EF-A0D6-317339E0CED5}" dt="2022-10-04T14:24:10.534" v="638" actId="47"/>
        <pc:sldMkLst>
          <pc:docMk/>
          <pc:sldMk cId="796943685" sldId="386"/>
        </pc:sldMkLst>
      </pc:sldChg>
      <pc:sldChg chg="modSp add mod">
        <pc:chgData name="iliasidikov@dnevnik.ru" userId="5f36fc7e-1888-440f-a8f8-2af595699a1a" providerId="ADAL" clId="{8DEE7615-1DEC-43EF-A0D6-317339E0CED5}" dt="2022-10-04T14:26:27.542" v="659" actId="20577"/>
        <pc:sldMkLst>
          <pc:docMk/>
          <pc:sldMk cId="2608715097" sldId="387"/>
        </pc:sldMkLst>
        <pc:spChg chg="mod">
          <ac:chgData name="iliasidikov@dnevnik.ru" userId="5f36fc7e-1888-440f-a8f8-2af595699a1a" providerId="ADAL" clId="{8DEE7615-1DEC-43EF-A0D6-317339E0CED5}" dt="2022-10-04T14:26:27.542" v="659" actId="20577"/>
          <ac:spMkLst>
            <pc:docMk/>
            <pc:sldMk cId="2608715097" sldId="387"/>
            <ac:spMk id="26643" creationId="{00000000-0000-0000-0000-000000000000}"/>
          </ac:spMkLst>
        </pc:spChg>
        <pc:spChg chg="mod">
          <ac:chgData name="iliasidikov@dnevnik.ru" userId="5f36fc7e-1888-440f-a8f8-2af595699a1a" providerId="ADAL" clId="{8DEE7615-1DEC-43EF-A0D6-317339E0CED5}" dt="2022-10-04T14:25:13.400" v="648"/>
          <ac:spMkLst>
            <pc:docMk/>
            <pc:sldMk cId="2608715097" sldId="387"/>
            <ac:spMk id="26644" creationId="{00000000-0000-0000-0000-000000000000}"/>
          </ac:spMkLst>
        </pc:spChg>
      </pc:sldChg>
      <pc:sldChg chg="modSp add mod">
        <pc:chgData name="iliasidikov@dnevnik.ru" userId="5f36fc7e-1888-440f-a8f8-2af595699a1a" providerId="ADAL" clId="{8DEE7615-1DEC-43EF-A0D6-317339E0CED5}" dt="2022-10-04T14:28:22.715" v="667" actId="12"/>
        <pc:sldMkLst>
          <pc:docMk/>
          <pc:sldMk cId="1780327914" sldId="388"/>
        </pc:sldMkLst>
        <pc:spChg chg="mod">
          <ac:chgData name="iliasidikov@dnevnik.ru" userId="5f36fc7e-1888-440f-a8f8-2af595699a1a" providerId="ADAL" clId="{8DEE7615-1DEC-43EF-A0D6-317339E0CED5}" dt="2022-10-04T14:28:22.715" v="667" actId="12"/>
          <ac:spMkLst>
            <pc:docMk/>
            <pc:sldMk cId="1780327914" sldId="388"/>
            <ac:spMk id="26643" creationId="{00000000-0000-0000-0000-000000000000}"/>
          </ac:spMkLst>
        </pc:spChg>
        <pc:spChg chg="mod">
          <ac:chgData name="iliasidikov@dnevnik.ru" userId="5f36fc7e-1888-440f-a8f8-2af595699a1a" providerId="ADAL" clId="{8DEE7615-1DEC-43EF-A0D6-317339E0CED5}" dt="2022-10-04T14:28:08.603" v="662" actId="207"/>
          <ac:spMkLst>
            <pc:docMk/>
            <pc:sldMk cId="1780327914" sldId="388"/>
            <ac:spMk id="26644" creationId="{00000000-0000-0000-0000-000000000000}"/>
          </ac:spMkLst>
        </pc:spChg>
      </pc:sldChg>
      <pc:sldChg chg="modSp add mod">
        <pc:chgData name="iliasidikov@dnevnik.ru" userId="5f36fc7e-1888-440f-a8f8-2af595699a1a" providerId="ADAL" clId="{8DEE7615-1DEC-43EF-A0D6-317339E0CED5}" dt="2022-10-04T14:28:53.994" v="672"/>
        <pc:sldMkLst>
          <pc:docMk/>
          <pc:sldMk cId="2983251694" sldId="389"/>
        </pc:sldMkLst>
        <pc:spChg chg="mod">
          <ac:chgData name="iliasidikov@dnevnik.ru" userId="5f36fc7e-1888-440f-a8f8-2af595699a1a" providerId="ADAL" clId="{8DEE7615-1DEC-43EF-A0D6-317339E0CED5}" dt="2022-10-04T14:28:53.994" v="672"/>
          <ac:spMkLst>
            <pc:docMk/>
            <pc:sldMk cId="2983251694" sldId="389"/>
            <ac:spMk id="26643" creationId="{00000000-0000-0000-0000-000000000000}"/>
          </ac:spMkLst>
        </pc:spChg>
      </pc:sldChg>
      <pc:sldChg chg="modSp add mod">
        <pc:chgData name="iliasidikov@dnevnik.ru" userId="5f36fc7e-1888-440f-a8f8-2af595699a1a" providerId="ADAL" clId="{8DEE7615-1DEC-43EF-A0D6-317339E0CED5}" dt="2022-10-04T14:29:27.716" v="678" actId="12"/>
        <pc:sldMkLst>
          <pc:docMk/>
          <pc:sldMk cId="2176902498" sldId="390"/>
        </pc:sldMkLst>
        <pc:spChg chg="mod">
          <ac:chgData name="iliasidikov@dnevnik.ru" userId="5f36fc7e-1888-440f-a8f8-2af595699a1a" providerId="ADAL" clId="{8DEE7615-1DEC-43EF-A0D6-317339E0CED5}" dt="2022-10-04T14:29:27.716" v="678" actId="12"/>
          <ac:spMkLst>
            <pc:docMk/>
            <pc:sldMk cId="2176902498" sldId="390"/>
            <ac:spMk id="26643" creationId="{00000000-0000-0000-0000-000000000000}"/>
          </ac:spMkLst>
        </pc:spChg>
      </pc:sldChg>
      <pc:sldChg chg="modSp add mod">
        <pc:chgData name="iliasidikov@dnevnik.ru" userId="5f36fc7e-1888-440f-a8f8-2af595699a1a" providerId="ADAL" clId="{8DEE7615-1DEC-43EF-A0D6-317339E0CED5}" dt="2022-10-04T14:30:01.121" v="683"/>
        <pc:sldMkLst>
          <pc:docMk/>
          <pc:sldMk cId="1810372438" sldId="391"/>
        </pc:sldMkLst>
        <pc:spChg chg="mod">
          <ac:chgData name="iliasidikov@dnevnik.ru" userId="5f36fc7e-1888-440f-a8f8-2af595699a1a" providerId="ADAL" clId="{8DEE7615-1DEC-43EF-A0D6-317339E0CED5}" dt="2022-10-04T14:30:01.121" v="683"/>
          <ac:spMkLst>
            <pc:docMk/>
            <pc:sldMk cId="1810372438" sldId="391"/>
            <ac:spMk id="26643" creationId="{00000000-0000-0000-0000-000000000000}"/>
          </ac:spMkLst>
        </pc:spChg>
      </pc:sldChg>
      <pc:sldChg chg="modSp add mod">
        <pc:chgData name="iliasidikov@dnevnik.ru" userId="5f36fc7e-1888-440f-a8f8-2af595699a1a" providerId="ADAL" clId="{8DEE7615-1DEC-43EF-A0D6-317339E0CED5}" dt="2022-10-04T14:30:09.572" v="685"/>
        <pc:sldMkLst>
          <pc:docMk/>
          <pc:sldMk cId="2164582115" sldId="392"/>
        </pc:sldMkLst>
        <pc:spChg chg="mod">
          <ac:chgData name="iliasidikov@dnevnik.ru" userId="5f36fc7e-1888-440f-a8f8-2af595699a1a" providerId="ADAL" clId="{8DEE7615-1DEC-43EF-A0D6-317339E0CED5}" dt="2022-10-04T14:30:09.572" v="685"/>
          <ac:spMkLst>
            <pc:docMk/>
            <pc:sldMk cId="2164582115" sldId="392"/>
            <ac:spMk id="26643" creationId="{00000000-0000-0000-0000-000000000000}"/>
          </ac:spMkLst>
        </pc:spChg>
      </pc:sldChg>
      <pc:sldChg chg="modSp add mod">
        <pc:chgData name="iliasidikov@dnevnik.ru" userId="5f36fc7e-1888-440f-a8f8-2af595699a1a" providerId="ADAL" clId="{8DEE7615-1DEC-43EF-A0D6-317339E0CED5}" dt="2022-10-04T14:30:46.801" v="704" actId="20577"/>
        <pc:sldMkLst>
          <pc:docMk/>
          <pc:sldMk cId="789078193" sldId="393"/>
        </pc:sldMkLst>
        <pc:spChg chg="mod">
          <ac:chgData name="iliasidikov@dnevnik.ru" userId="5f36fc7e-1888-440f-a8f8-2af595699a1a" providerId="ADAL" clId="{8DEE7615-1DEC-43EF-A0D6-317339E0CED5}" dt="2022-10-04T14:30:46.801" v="704" actId="20577"/>
          <ac:spMkLst>
            <pc:docMk/>
            <pc:sldMk cId="789078193" sldId="393"/>
            <ac:spMk id="26643" creationId="{00000000-0000-0000-0000-000000000000}"/>
          </ac:spMkLst>
        </pc:spChg>
      </pc:sldChg>
      <pc:sldChg chg="modSp add mod">
        <pc:chgData name="iliasidikov@dnevnik.ru" userId="5f36fc7e-1888-440f-a8f8-2af595699a1a" providerId="ADAL" clId="{8DEE7615-1DEC-43EF-A0D6-317339E0CED5}" dt="2022-10-04T14:32:10.280" v="709" actId="12"/>
        <pc:sldMkLst>
          <pc:docMk/>
          <pc:sldMk cId="1363018028" sldId="394"/>
        </pc:sldMkLst>
        <pc:spChg chg="mod">
          <ac:chgData name="iliasidikov@dnevnik.ru" userId="5f36fc7e-1888-440f-a8f8-2af595699a1a" providerId="ADAL" clId="{8DEE7615-1DEC-43EF-A0D6-317339E0CED5}" dt="2022-10-04T14:32:10.280" v="709" actId="12"/>
          <ac:spMkLst>
            <pc:docMk/>
            <pc:sldMk cId="1363018028" sldId="394"/>
            <ac:spMk id="26643" creationId="{00000000-0000-0000-0000-000000000000}"/>
          </ac:spMkLst>
        </pc:spChg>
        <pc:spChg chg="mod">
          <ac:chgData name="iliasidikov@dnevnik.ru" userId="5f36fc7e-1888-440f-a8f8-2af595699a1a" providerId="ADAL" clId="{8DEE7615-1DEC-43EF-A0D6-317339E0CED5}" dt="2022-10-04T14:31:25.940" v="706"/>
          <ac:spMkLst>
            <pc:docMk/>
            <pc:sldMk cId="1363018028" sldId="394"/>
            <ac:spMk id="26644" creationId="{00000000-0000-0000-0000-000000000000}"/>
          </ac:spMkLst>
        </pc:spChg>
      </pc:sldChg>
      <pc:sldChg chg="modSp add mod">
        <pc:chgData name="iliasidikov@dnevnik.ru" userId="5f36fc7e-1888-440f-a8f8-2af595699a1a" providerId="ADAL" clId="{8DEE7615-1DEC-43EF-A0D6-317339E0CED5}" dt="2022-10-04T14:32:20.458" v="711"/>
        <pc:sldMkLst>
          <pc:docMk/>
          <pc:sldMk cId="3385807903" sldId="395"/>
        </pc:sldMkLst>
        <pc:spChg chg="mod">
          <ac:chgData name="iliasidikov@dnevnik.ru" userId="5f36fc7e-1888-440f-a8f8-2af595699a1a" providerId="ADAL" clId="{8DEE7615-1DEC-43EF-A0D6-317339E0CED5}" dt="2022-10-04T14:32:20.458" v="711"/>
          <ac:spMkLst>
            <pc:docMk/>
            <pc:sldMk cId="3385807903" sldId="395"/>
            <ac:spMk id="26643" creationId="{00000000-0000-0000-0000-000000000000}"/>
          </ac:spMkLst>
        </pc:spChg>
      </pc:sldChg>
      <pc:sldChg chg="addSp delSp modSp add mod">
        <pc:chgData name="iliasidikov@dnevnik.ru" userId="5f36fc7e-1888-440f-a8f8-2af595699a1a" providerId="ADAL" clId="{8DEE7615-1DEC-43EF-A0D6-317339E0CED5}" dt="2022-10-07T12:08:00.452" v="723" actId="22"/>
        <pc:sldMkLst>
          <pc:docMk/>
          <pc:sldMk cId="1354557849" sldId="396"/>
        </pc:sldMkLst>
        <pc:spChg chg="add del">
          <ac:chgData name="iliasidikov@dnevnik.ru" userId="5f36fc7e-1888-440f-a8f8-2af595699a1a" providerId="ADAL" clId="{8DEE7615-1DEC-43EF-A0D6-317339E0CED5}" dt="2022-10-07T12:08:00.452" v="723" actId="22"/>
          <ac:spMkLst>
            <pc:docMk/>
            <pc:sldMk cId="1354557849" sldId="396"/>
            <ac:spMk id="3" creationId="{DE9C395B-BECF-A627-D2F8-C649A3247EE2}"/>
          </ac:spMkLst>
        </pc:spChg>
        <pc:spChg chg="mod">
          <ac:chgData name="iliasidikov@dnevnik.ru" userId="5f36fc7e-1888-440f-a8f8-2af595699a1a" providerId="ADAL" clId="{8DEE7615-1DEC-43EF-A0D6-317339E0CED5}" dt="2022-10-07T12:07:43.069" v="721"/>
          <ac:spMkLst>
            <pc:docMk/>
            <pc:sldMk cId="1354557849" sldId="396"/>
            <ac:spMk id="26643" creationId="{00000000-0000-0000-0000-000000000000}"/>
          </ac:spMkLst>
        </pc:spChg>
        <pc:spChg chg="mod">
          <ac:chgData name="iliasidikov@dnevnik.ru" userId="5f36fc7e-1888-440f-a8f8-2af595699a1a" providerId="ADAL" clId="{8DEE7615-1DEC-43EF-A0D6-317339E0CED5}" dt="2022-10-07T12:05:57.164" v="717" actId="207"/>
          <ac:spMkLst>
            <pc:docMk/>
            <pc:sldMk cId="1354557849" sldId="396"/>
            <ac:spMk id="26644" creationId="{00000000-0000-0000-0000-000000000000}"/>
          </ac:spMkLst>
        </pc:spChg>
      </pc:sldChg>
      <pc:sldChg chg="modSp add del mod">
        <pc:chgData name="iliasidikov@dnevnik.ru" userId="5f36fc7e-1888-440f-a8f8-2af595699a1a" providerId="ADAL" clId="{8DEE7615-1DEC-43EF-A0D6-317339E0CED5}" dt="2022-10-04T14:33:23.980" v="714" actId="47"/>
        <pc:sldMkLst>
          <pc:docMk/>
          <pc:sldMk cId="3816768474" sldId="396"/>
        </pc:sldMkLst>
        <pc:spChg chg="mod">
          <ac:chgData name="iliasidikov@dnevnik.ru" userId="5f36fc7e-1888-440f-a8f8-2af595699a1a" providerId="ADAL" clId="{8DEE7615-1DEC-43EF-A0D6-317339E0CED5}" dt="2022-10-04T14:33:18.111" v="713"/>
          <ac:spMkLst>
            <pc:docMk/>
            <pc:sldMk cId="3816768474" sldId="396"/>
            <ac:spMk id="26644" creationId="{00000000-0000-0000-0000-000000000000}"/>
          </ac:spMkLst>
        </pc:spChg>
      </pc:sldChg>
      <pc:sldChg chg="modSp add mod ord">
        <pc:chgData name="iliasidikov@dnevnik.ru" userId="5f36fc7e-1888-440f-a8f8-2af595699a1a" providerId="ADAL" clId="{8DEE7615-1DEC-43EF-A0D6-317339E0CED5}" dt="2022-10-07T12:09:01.325" v="733"/>
        <pc:sldMkLst>
          <pc:docMk/>
          <pc:sldMk cId="1627941069" sldId="397"/>
        </pc:sldMkLst>
        <pc:spChg chg="mod">
          <ac:chgData name="iliasidikov@dnevnik.ru" userId="5f36fc7e-1888-440f-a8f8-2af595699a1a" providerId="ADAL" clId="{8DEE7615-1DEC-43EF-A0D6-317339E0CED5}" dt="2022-10-07T12:08:53.277" v="730" actId="20577"/>
          <ac:spMkLst>
            <pc:docMk/>
            <pc:sldMk cId="1627941069" sldId="397"/>
            <ac:spMk id="26643" creationId="{00000000-0000-0000-0000-000000000000}"/>
          </ac:spMkLst>
        </pc:spChg>
        <pc:spChg chg="mod">
          <ac:chgData name="iliasidikov@dnevnik.ru" userId="5f36fc7e-1888-440f-a8f8-2af595699a1a" providerId="ADAL" clId="{8DEE7615-1DEC-43EF-A0D6-317339E0CED5}" dt="2022-10-07T12:09:01.325" v="733"/>
          <ac:spMkLst>
            <pc:docMk/>
            <pc:sldMk cId="1627941069" sldId="397"/>
            <ac:spMk id="26644" creationId="{00000000-0000-0000-0000-000000000000}"/>
          </ac:spMkLst>
        </pc:spChg>
      </pc:sldChg>
      <pc:sldChg chg="modSp add mod">
        <pc:chgData name="iliasidikov@dnevnik.ru" userId="5f36fc7e-1888-440f-a8f8-2af595699a1a" providerId="ADAL" clId="{8DEE7615-1DEC-43EF-A0D6-317339E0CED5}" dt="2022-10-07T12:10:49.184" v="749"/>
        <pc:sldMkLst>
          <pc:docMk/>
          <pc:sldMk cId="411627970" sldId="398"/>
        </pc:sldMkLst>
        <pc:spChg chg="mod">
          <ac:chgData name="iliasidikov@dnevnik.ru" userId="5f36fc7e-1888-440f-a8f8-2af595699a1a" providerId="ADAL" clId="{8DEE7615-1DEC-43EF-A0D6-317339E0CED5}" dt="2022-10-07T12:10:49.184" v="749"/>
          <ac:spMkLst>
            <pc:docMk/>
            <pc:sldMk cId="411627970" sldId="398"/>
            <ac:spMk id="26643" creationId="{00000000-0000-0000-0000-000000000000}"/>
          </ac:spMkLst>
        </pc:spChg>
        <pc:spChg chg="mod">
          <ac:chgData name="iliasidikov@dnevnik.ru" userId="5f36fc7e-1888-440f-a8f8-2af595699a1a" providerId="ADAL" clId="{8DEE7615-1DEC-43EF-A0D6-317339E0CED5}" dt="2022-10-07T12:09:28.236" v="735"/>
          <ac:spMkLst>
            <pc:docMk/>
            <pc:sldMk cId="411627970" sldId="398"/>
            <ac:spMk id="26644" creationId="{00000000-0000-0000-0000-000000000000}"/>
          </ac:spMkLst>
        </pc:spChg>
      </pc:sldChg>
      <pc:sldChg chg="modSp add mod">
        <pc:chgData name="iliasidikov@dnevnik.ru" userId="5f36fc7e-1888-440f-a8f8-2af595699a1a" providerId="ADAL" clId="{8DEE7615-1DEC-43EF-A0D6-317339E0CED5}" dt="2022-10-07T12:12:01.196" v="758"/>
        <pc:sldMkLst>
          <pc:docMk/>
          <pc:sldMk cId="3344975084" sldId="399"/>
        </pc:sldMkLst>
        <pc:spChg chg="mod">
          <ac:chgData name="iliasidikov@dnevnik.ru" userId="5f36fc7e-1888-440f-a8f8-2af595699a1a" providerId="ADAL" clId="{8DEE7615-1DEC-43EF-A0D6-317339E0CED5}" dt="2022-10-07T12:12:01.196" v="758"/>
          <ac:spMkLst>
            <pc:docMk/>
            <pc:sldMk cId="3344975084" sldId="399"/>
            <ac:spMk id="26643" creationId="{00000000-0000-0000-0000-000000000000}"/>
          </ac:spMkLst>
        </pc:spChg>
        <pc:spChg chg="mod">
          <ac:chgData name="iliasidikov@dnevnik.ru" userId="5f36fc7e-1888-440f-a8f8-2af595699a1a" providerId="ADAL" clId="{8DEE7615-1DEC-43EF-A0D6-317339E0CED5}" dt="2022-10-07T12:10:59.997" v="751"/>
          <ac:spMkLst>
            <pc:docMk/>
            <pc:sldMk cId="3344975084" sldId="399"/>
            <ac:spMk id="26644" creationId="{00000000-0000-0000-0000-000000000000}"/>
          </ac:spMkLst>
        </pc:spChg>
      </pc:sldChg>
      <pc:sldChg chg="modSp add mod">
        <pc:chgData name="iliasidikov@dnevnik.ru" userId="5f36fc7e-1888-440f-a8f8-2af595699a1a" providerId="ADAL" clId="{8DEE7615-1DEC-43EF-A0D6-317339E0CED5}" dt="2022-10-07T12:12:22.925" v="773" actId="20577"/>
        <pc:sldMkLst>
          <pc:docMk/>
          <pc:sldMk cId="998286261" sldId="400"/>
        </pc:sldMkLst>
        <pc:spChg chg="mod">
          <ac:chgData name="iliasidikov@dnevnik.ru" userId="5f36fc7e-1888-440f-a8f8-2af595699a1a" providerId="ADAL" clId="{8DEE7615-1DEC-43EF-A0D6-317339E0CED5}" dt="2022-10-07T12:12:22.925" v="773" actId="20577"/>
          <ac:spMkLst>
            <pc:docMk/>
            <pc:sldMk cId="998286261" sldId="400"/>
            <ac:spMk id="26643" creationId="{00000000-0000-0000-0000-000000000000}"/>
          </ac:spMkLst>
        </pc:spChg>
        <pc:spChg chg="mod">
          <ac:chgData name="iliasidikov@dnevnik.ru" userId="5f36fc7e-1888-440f-a8f8-2af595699a1a" providerId="ADAL" clId="{8DEE7615-1DEC-43EF-A0D6-317339E0CED5}" dt="2022-10-07T12:12:07.828" v="768" actId="20577"/>
          <ac:spMkLst>
            <pc:docMk/>
            <pc:sldMk cId="998286261" sldId="400"/>
            <ac:spMk id="26644" creationId="{00000000-0000-0000-0000-000000000000}"/>
          </ac:spMkLst>
        </pc:spChg>
      </pc:sldChg>
      <pc:sldChg chg="modSp add mod">
        <pc:chgData name="iliasidikov@dnevnik.ru" userId="5f36fc7e-1888-440f-a8f8-2af595699a1a" providerId="ADAL" clId="{8DEE7615-1DEC-43EF-A0D6-317339E0CED5}" dt="2022-10-07T12:14:41.991" v="793" actId="12"/>
        <pc:sldMkLst>
          <pc:docMk/>
          <pc:sldMk cId="198345733" sldId="401"/>
        </pc:sldMkLst>
        <pc:spChg chg="mod">
          <ac:chgData name="iliasidikov@dnevnik.ru" userId="5f36fc7e-1888-440f-a8f8-2af595699a1a" providerId="ADAL" clId="{8DEE7615-1DEC-43EF-A0D6-317339E0CED5}" dt="2022-10-07T12:14:41.991" v="793" actId="12"/>
          <ac:spMkLst>
            <pc:docMk/>
            <pc:sldMk cId="198345733" sldId="401"/>
            <ac:spMk id="26643" creationId="{00000000-0000-0000-0000-000000000000}"/>
          </ac:spMkLst>
        </pc:spChg>
        <pc:spChg chg="mod">
          <ac:chgData name="iliasidikov@dnevnik.ru" userId="5f36fc7e-1888-440f-a8f8-2af595699a1a" providerId="ADAL" clId="{8DEE7615-1DEC-43EF-A0D6-317339E0CED5}" dt="2022-10-07T12:13:01.778" v="775"/>
          <ac:spMkLst>
            <pc:docMk/>
            <pc:sldMk cId="198345733" sldId="401"/>
            <ac:spMk id="26644" creationId="{00000000-0000-0000-0000-000000000000}"/>
          </ac:spMkLst>
        </pc:spChg>
      </pc:sldChg>
      <pc:sldChg chg="modSp add mod">
        <pc:chgData name="iliasidikov@dnevnik.ru" userId="5f36fc7e-1888-440f-a8f8-2af595699a1a" providerId="ADAL" clId="{8DEE7615-1DEC-43EF-A0D6-317339E0CED5}" dt="2022-10-07T12:15:54.265" v="796"/>
        <pc:sldMkLst>
          <pc:docMk/>
          <pc:sldMk cId="1659805054" sldId="402"/>
        </pc:sldMkLst>
        <pc:spChg chg="mod">
          <ac:chgData name="iliasidikov@dnevnik.ru" userId="5f36fc7e-1888-440f-a8f8-2af595699a1a" providerId="ADAL" clId="{8DEE7615-1DEC-43EF-A0D6-317339E0CED5}" dt="2022-10-07T12:15:54.265" v="796"/>
          <ac:spMkLst>
            <pc:docMk/>
            <pc:sldMk cId="1659805054" sldId="402"/>
            <ac:spMk id="26643" creationId="{00000000-0000-0000-0000-000000000000}"/>
          </ac:spMkLst>
        </pc:spChg>
        <pc:spChg chg="mod">
          <ac:chgData name="iliasidikov@dnevnik.ru" userId="5f36fc7e-1888-440f-a8f8-2af595699a1a" providerId="ADAL" clId="{8DEE7615-1DEC-43EF-A0D6-317339E0CED5}" dt="2022-10-07T12:15:16.054" v="795"/>
          <ac:spMkLst>
            <pc:docMk/>
            <pc:sldMk cId="1659805054" sldId="402"/>
            <ac:spMk id="26644" creationId="{00000000-0000-0000-0000-000000000000}"/>
          </ac:spMkLst>
        </pc:spChg>
      </pc:sldChg>
      <pc:sldChg chg="modSp add mod">
        <pc:chgData name="iliasidikov@dnevnik.ru" userId="5f36fc7e-1888-440f-a8f8-2af595699a1a" providerId="ADAL" clId="{8DEE7615-1DEC-43EF-A0D6-317339E0CED5}" dt="2022-10-07T12:16:27.522" v="806" actId="20577"/>
        <pc:sldMkLst>
          <pc:docMk/>
          <pc:sldMk cId="2361908863" sldId="403"/>
        </pc:sldMkLst>
        <pc:spChg chg="mod">
          <ac:chgData name="iliasidikov@dnevnik.ru" userId="5f36fc7e-1888-440f-a8f8-2af595699a1a" providerId="ADAL" clId="{8DEE7615-1DEC-43EF-A0D6-317339E0CED5}" dt="2022-10-07T12:16:27.522" v="806" actId="20577"/>
          <ac:spMkLst>
            <pc:docMk/>
            <pc:sldMk cId="2361908863" sldId="403"/>
            <ac:spMk id="26643" creationId="{00000000-0000-0000-0000-000000000000}"/>
          </ac:spMkLst>
        </pc:spChg>
        <pc:spChg chg="mod">
          <ac:chgData name="iliasidikov@dnevnik.ru" userId="5f36fc7e-1888-440f-a8f8-2af595699a1a" providerId="ADAL" clId="{8DEE7615-1DEC-43EF-A0D6-317339E0CED5}" dt="2022-10-07T12:16:05.324" v="798"/>
          <ac:spMkLst>
            <pc:docMk/>
            <pc:sldMk cId="2361908863" sldId="403"/>
            <ac:spMk id="26644" creationId="{00000000-0000-0000-0000-000000000000}"/>
          </ac:spMkLst>
        </pc:spChg>
      </pc:sldChg>
      <pc:sldChg chg="modSp add mod">
        <pc:chgData name="iliasidikov@dnevnik.ru" userId="5f36fc7e-1888-440f-a8f8-2af595699a1a" providerId="ADAL" clId="{8DEE7615-1DEC-43EF-A0D6-317339E0CED5}" dt="2022-10-07T12:16:48.081" v="810" actId="12"/>
        <pc:sldMkLst>
          <pc:docMk/>
          <pc:sldMk cId="219631729" sldId="404"/>
        </pc:sldMkLst>
        <pc:spChg chg="mod">
          <ac:chgData name="iliasidikov@dnevnik.ru" userId="5f36fc7e-1888-440f-a8f8-2af595699a1a" providerId="ADAL" clId="{8DEE7615-1DEC-43EF-A0D6-317339E0CED5}" dt="2022-10-07T12:16:48.081" v="810" actId="12"/>
          <ac:spMkLst>
            <pc:docMk/>
            <pc:sldMk cId="219631729" sldId="404"/>
            <ac:spMk id="26643" creationId="{00000000-0000-0000-0000-000000000000}"/>
          </ac:spMkLst>
        </pc:spChg>
        <pc:spChg chg="mod">
          <ac:chgData name="iliasidikov@dnevnik.ru" userId="5f36fc7e-1888-440f-a8f8-2af595699a1a" providerId="ADAL" clId="{8DEE7615-1DEC-43EF-A0D6-317339E0CED5}" dt="2022-10-07T12:16:38.295" v="808"/>
          <ac:spMkLst>
            <pc:docMk/>
            <pc:sldMk cId="219631729" sldId="404"/>
            <ac:spMk id="26644" creationId="{00000000-0000-0000-0000-000000000000}"/>
          </ac:spMkLst>
        </pc:spChg>
      </pc:sldChg>
      <pc:sldChg chg="modSp add mod">
        <pc:chgData name="iliasidikov@dnevnik.ru" userId="5f36fc7e-1888-440f-a8f8-2af595699a1a" providerId="ADAL" clId="{8DEE7615-1DEC-43EF-A0D6-317339E0CED5}" dt="2022-10-07T12:17:25.252" v="814" actId="12"/>
        <pc:sldMkLst>
          <pc:docMk/>
          <pc:sldMk cId="4094557925" sldId="405"/>
        </pc:sldMkLst>
        <pc:spChg chg="mod">
          <ac:chgData name="iliasidikov@dnevnik.ru" userId="5f36fc7e-1888-440f-a8f8-2af595699a1a" providerId="ADAL" clId="{8DEE7615-1DEC-43EF-A0D6-317339E0CED5}" dt="2022-10-07T12:17:25.252" v="814" actId="12"/>
          <ac:spMkLst>
            <pc:docMk/>
            <pc:sldMk cId="4094557925" sldId="405"/>
            <ac:spMk id="26643" creationId="{00000000-0000-0000-0000-000000000000}"/>
          </ac:spMkLst>
        </pc:spChg>
        <pc:spChg chg="mod">
          <ac:chgData name="iliasidikov@dnevnik.ru" userId="5f36fc7e-1888-440f-a8f8-2af595699a1a" providerId="ADAL" clId="{8DEE7615-1DEC-43EF-A0D6-317339E0CED5}" dt="2022-10-07T12:17:15.407" v="812"/>
          <ac:spMkLst>
            <pc:docMk/>
            <pc:sldMk cId="4094557925" sldId="405"/>
            <ac:spMk id="26644" creationId="{00000000-0000-0000-0000-000000000000}"/>
          </ac:spMkLst>
        </pc:spChg>
      </pc:sldChg>
      <pc:sldChg chg="modSp add mod">
        <pc:chgData name="iliasidikov@dnevnik.ru" userId="5f36fc7e-1888-440f-a8f8-2af595699a1a" providerId="ADAL" clId="{8DEE7615-1DEC-43EF-A0D6-317339E0CED5}" dt="2022-10-07T12:17:45.744" v="818" actId="12"/>
        <pc:sldMkLst>
          <pc:docMk/>
          <pc:sldMk cId="1451518210" sldId="406"/>
        </pc:sldMkLst>
        <pc:spChg chg="mod">
          <ac:chgData name="iliasidikov@dnevnik.ru" userId="5f36fc7e-1888-440f-a8f8-2af595699a1a" providerId="ADAL" clId="{8DEE7615-1DEC-43EF-A0D6-317339E0CED5}" dt="2022-10-07T12:17:45.744" v="818" actId="12"/>
          <ac:spMkLst>
            <pc:docMk/>
            <pc:sldMk cId="1451518210" sldId="406"/>
            <ac:spMk id="26643" creationId="{00000000-0000-0000-0000-000000000000}"/>
          </ac:spMkLst>
        </pc:spChg>
        <pc:spChg chg="mod">
          <ac:chgData name="iliasidikov@dnevnik.ru" userId="5f36fc7e-1888-440f-a8f8-2af595699a1a" providerId="ADAL" clId="{8DEE7615-1DEC-43EF-A0D6-317339E0CED5}" dt="2022-10-07T12:17:34.680" v="816"/>
          <ac:spMkLst>
            <pc:docMk/>
            <pc:sldMk cId="1451518210" sldId="406"/>
            <ac:spMk id="26644" creationId="{00000000-0000-0000-0000-000000000000}"/>
          </ac:spMkLst>
        </pc:spChg>
      </pc:sldChg>
      <pc:sldChg chg="modSp add mod">
        <pc:chgData name="iliasidikov@dnevnik.ru" userId="5f36fc7e-1888-440f-a8f8-2af595699a1a" providerId="ADAL" clId="{8DEE7615-1DEC-43EF-A0D6-317339E0CED5}" dt="2022-10-07T12:18:08.844" v="822" actId="12"/>
        <pc:sldMkLst>
          <pc:docMk/>
          <pc:sldMk cId="3093233225" sldId="407"/>
        </pc:sldMkLst>
        <pc:spChg chg="mod">
          <ac:chgData name="iliasidikov@dnevnik.ru" userId="5f36fc7e-1888-440f-a8f8-2af595699a1a" providerId="ADAL" clId="{8DEE7615-1DEC-43EF-A0D6-317339E0CED5}" dt="2022-10-07T12:18:08.844" v="822" actId="12"/>
          <ac:spMkLst>
            <pc:docMk/>
            <pc:sldMk cId="3093233225" sldId="407"/>
            <ac:spMk id="26643" creationId="{00000000-0000-0000-0000-000000000000}"/>
          </ac:spMkLst>
        </pc:spChg>
        <pc:spChg chg="mod">
          <ac:chgData name="iliasidikov@dnevnik.ru" userId="5f36fc7e-1888-440f-a8f8-2af595699a1a" providerId="ADAL" clId="{8DEE7615-1DEC-43EF-A0D6-317339E0CED5}" dt="2022-10-07T12:18:00.286" v="820"/>
          <ac:spMkLst>
            <pc:docMk/>
            <pc:sldMk cId="3093233225" sldId="407"/>
            <ac:spMk id="26644" creationId="{00000000-0000-0000-0000-000000000000}"/>
          </ac:spMkLst>
        </pc:spChg>
      </pc:sldChg>
      <pc:sldChg chg="modSp add mod">
        <pc:chgData name="iliasidikov@dnevnik.ru" userId="5f36fc7e-1888-440f-a8f8-2af595699a1a" providerId="ADAL" clId="{8DEE7615-1DEC-43EF-A0D6-317339E0CED5}" dt="2022-10-07T12:18:36.853" v="826" actId="12"/>
        <pc:sldMkLst>
          <pc:docMk/>
          <pc:sldMk cId="2323698203" sldId="408"/>
        </pc:sldMkLst>
        <pc:spChg chg="mod">
          <ac:chgData name="iliasidikov@dnevnik.ru" userId="5f36fc7e-1888-440f-a8f8-2af595699a1a" providerId="ADAL" clId="{8DEE7615-1DEC-43EF-A0D6-317339E0CED5}" dt="2022-10-07T12:18:36.853" v="826" actId="12"/>
          <ac:spMkLst>
            <pc:docMk/>
            <pc:sldMk cId="2323698203" sldId="408"/>
            <ac:spMk id="26643" creationId="{00000000-0000-0000-0000-000000000000}"/>
          </ac:spMkLst>
        </pc:spChg>
        <pc:spChg chg="mod">
          <ac:chgData name="iliasidikov@dnevnik.ru" userId="5f36fc7e-1888-440f-a8f8-2af595699a1a" providerId="ADAL" clId="{8DEE7615-1DEC-43EF-A0D6-317339E0CED5}" dt="2022-10-07T12:18:27.746" v="824"/>
          <ac:spMkLst>
            <pc:docMk/>
            <pc:sldMk cId="2323698203" sldId="408"/>
            <ac:spMk id="26644" creationId="{00000000-0000-0000-0000-000000000000}"/>
          </ac:spMkLst>
        </pc:spChg>
      </pc:sldChg>
      <pc:sldChg chg="modSp add mod">
        <pc:chgData name="iliasidikov@dnevnik.ru" userId="5f36fc7e-1888-440f-a8f8-2af595699a1a" providerId="ADAL" clId="{8DEE7615-1DEC-43EF-A0D6-317339E0CED5}" dt="2022-10-07T12:18:59.411" v="832" actId="20577"/>
        <pc:sldMkLst>
          <pc:docMk/>
          <pc:sldMk cId="3309285150" sldId="409"/>
        </pc:sldMkLst>
        <pc:spChg chg="mod">
          <ac:chgData name="iliasidikov@dnevnik.ru" userId="5f36fc7e-1888-440f-a8f8-2af595699a1a" providerId="ADAL" clId="{8DEE7615-1DEC-43EF-A0D6-317339E0CED5}" dt="2022-10-07T12:18:59.411" v="832" actId="20577"/>
          <ac:spMkLst>
            <pc:docMk/>
            <pc:sldMk cId="3309285150" sldId="409"/>
            <ac:spMk id="26643" creationId="{00000000-0000-0000-0000-000000000000}"/>
          </ac:spMkLst>
        </pc:spChg>
        <pc:spChg chg="mod">
          <ac:chgData name="iliasidikov@dnevnik.ru" userId="5f36fc7e-1888-440f-a8f8-2af595699a1a" providerId="ADAL" clId="{8DEE7615-1DEC-43EF-A0D6-317339E0CED5}" dt="2022-10-07T12:18:45.083" v="828"/>
          <ac:spMkLst>
            <pc:docMk/>
            <pc:sldMk cId="3309285150" sldId="409"/>
            <ac:spMk id="26644" creationId="{00000000-0000-0000-0000-000000000000}"/>
          </ac:spMkLst>
        </pc:spChg>
      </pc:sldChg>
      <pc:sldChg chg="addSp delSp modSp add mod">
        <pc:chgData name="iliasidikov@dnevnik.ru" userId="5f36fc7e-1888-440f-a8f8-2af595699a1a" providerId="ADAL" clId="{8DEE7615-1DEC-43EF-A0D6-317339E0CED5}" dt="2022-10-07T12:19:32.697" v="838" actId="22"/>
        <pc:sldMkLst>
          <pc:docMk/>
          <pc:sldMk cId="1707464537" sldId="410"/>
        </pc:sldMkLst>
        <pc:spChg chg="add del">
          <ac:chgData name="iliasidikov@dnevnik.ru" userId="5f36fc7e-1888-440f-a8f8-2af595699a1a" providerId="ADAL" clId="{8DEE7615-1DEC-43EF-A0D6-317339E0CED5}" dt="2022-10-07T12:19:32.697" v="838" actId="22"/>
          <ac:spMkLst>
            <pc:docMk/>
            <pc:sldMk cId="1707464537" sldId="410"/>
            <ac:spMk id="3" creationId="{1C98B20D-0800-B19B-3F75-5ED73D9F1711}"/>
          </ac:spMkLst>
        </pc:spChg>
        <pc:spChg chg="mod">
          <ac:chgData name="iliasidikov@dnevnik.ru" userId="5f36fc7e-1888-440f-a8f8-2af595699a1a" providerId="ADAL" clId="{8DEE7615-1DEC-43EF-A0D6-317339E0CED5}" dt="2022-10-07T12:19:23.166" v="836" actId="12"/>
          <ac:spMkLst>
            <pc:docMk/>
            <pc:sldMk cId="1707464537" sldId="410"/>
            <ac:spMk id="26643" creationId="{00000000-0000-0000-0000-000000000000}"/>
          </ac:spMkLst>
        </pc:spChg>
        <pc:spChg chg="mod">
          <ac:chgData name="iliasidikov@dnevnik.ru" userId="5f36fc7e-1888-440f-a8f8-2af595699a1a" providerId="ADAL" clId="{8DEE7615-1DEC-43EF-A0D6-317339E0CED5}" dt="2022-10-07T12:19:10.227" v="834"/>
          <ac:spMkLst>
            <pc:docMk/>
            <pc:sldMk cId="1707464537" sldId="410"/>
            <ac:spMk id="26644" creationId="{00000000-0000-0000-0000-000000000000}"/>
          </ac:spMkLst>
        </pc:spChg>
      </pc:sldChg>
      <pc:sldChg chg="modSp add mod">
        <pc:chgData name="iliasidikov@dnevnik.ru" userId="5f36fc7e-1888-440f-a8f8-2af595699a1a" providerId="ADAL" clId="{8DEE7615-1DEC-43EF-A0D6-317339E0CED5}" dt="2022-10-07T12:19:49.185" v="842" actId="12"/>
        <pc:sldMkLst>
          <pc:docMk/>
          <pc:sldMk cId="1031654030" sldId="411"/>
        </pc:sldMkLst>
        <pc:spChg chg="mod">
          <ac:chgData name="iliasidikov@dnevnik.ru" userId="5f36fc7e-1888-440f-a8f8-2af595699a1a" providerId="ADAL" clId="{8DEE7615-1DEC-43EF-A0D6-317339E0CED5}" dt="2022-10-07T12:19:49.185" v="842" actId="12"/>
          <ac:spMkLst>
            <pc:docMk/>
            <pc:sldMk cId="1031654030" sldId="411"/>
            <ac:spMk id="26643" creationId="{00000000-0000-0000-0000-000000000000}"/>
          </ac:spMkLst>
        </pc:spChg>
        <pc:spChg chg="mod">
          <ac:chgData name="iliasidikov@dnevnik.ru" userId="5f36fc7e-1888-440f-a8f8-2af595699a1a" providerId="ADAL" clId="{8DEE7615-1DEC-43EF-A0D6-317339E0CED5}" dt="2022-10-07T12:19:40.941" v="840"/>
          <ac:spMkLst>
            <pc:docMk/>
            <pc:sldMk cId="1031654030" sldId="411"/>
            <ac:spMk id="26644" creationId="{00000000-0000-0000-0000-000000000000}"/>
          </ac:spMkLst>
        </pc:spChg>
      </pc:sldChg>
      <pc:sldChg chg="addSp delSp modSp add mod">
        <pc:chgData name="iliasidikov@dnevnik.ru" userId="5f36fc7e-1888-440f-a8f8-2af595699a1a" providerId="ADAL" clId="{8DEE7615-1DEC-43EF-A0D6-317339E0CED5}" dt="2022-10-07T12:21:03.166" v="848" actId="22"/>
        <pc:sldMkLst>
          <pc:docMk/>
          <pc:sldMk cId="4263896105" sldId="412"/>
        </pc:sldMkLst>
        <pc:spChg chg="add del">
          <ac:chgData name="iliasidikov@dnevnik.ru" userId="5f36fc7e-1888-440f-a8f8-2af595699a1a" providerId="ADAL" clId="{8DEE7615-1DEC-43EF-A0D6-317339E0CED5}" dt="2022-10-07T12:21:03.166" v="848" actId="22"/>
          <ac:spMkLst>
            <pc:docMk/>
            <pc:sldMk cId="4263896105" sldId="412"/>
            <ac:spMk id="3" creationId="{7BF43F10-07C8-90D9-2EB9-736EFC6D0B6E}"/>
          </ac:spMkLst>
        </pc:spChg>
        <pc:spChg chg="mod">
          <ac:chgData name="iliasidikov@dnevnik.ru" userId="5f36fc7e-1888-440f-a8f8-2af595699a1a" providerId="ADAL" clId="{8DEE7615-1DEC-43EF-A0D6-317339E0CED5}" dt="2022-10-07T12:20:09.756" v="846" actId="12"/>
          <ac:spMkLst>
            <pc:docMk/>
            <pc:sldMk cId="4263896105" sldId="412"/>
            <ac:spMk id="26643" creationId="{00000000-0000-0000-0000-000000000000}"/>
          </ac:spMkLst>
        </pc:spChg>
        <pc:spChg chg="mod">
          <ac:chgData name="iliasidikov@dnevnik.ru" userId="5f36fc7e-1888-440f-a8f8-2af595699a1a" providerId="ADAL" clId="{8DEE7615-1DEC-43EF-A0D6-317339E0CED5}" dt="2022-10-07T12:19:57.492" v="844"/>
          <ac:spMkLst>
            <pc:docMk/>
            <pc:sldMk cId="4263896105" sldId="412"/>
            <ac:spMk id="26644" creationId="{00000000-0000-0000-0000-000000000000}"/>
          </ac:spMkLst>
        </pc:spChg>
      </pc:sldChg>
      <pc:sldChg chg="modSp add mod">
        <pc:chgData name="iliasidikov@dnevnik.ru" userId="5f36fc7e-1888-440f-a8f8-2af595699a1a" providerId="ADAL" clId="{8DEE7615-1DEC-43EF-A0D6-317339E0CED5}" dt="2022-10-07T12:21:26.140" v="853" actId="5793"/>
        <pc:sldMkLst>
          <pc:docMk/>
          <pc:sldMk cId="3956231996" sldId="413"/>
        </pc:sldMkLst>
        <pc:spChg chg="mod">
          <ac:chgData name="iliasidikov@dnevnik.ru" userId="5f36fc7e-1888-440f-a8f8-2af595699a1a" providerId="ADAL" clId="{8DEE7615-1DEC-43EF-A0D6-317339E0CED5}" dt="2022-10-07T12:21:26.140" v="853" actId="5793"/>
          <ac:spMkLst>
            <pc:docMk/>
            <pc:sldMk cId="3956231996" sldId="413"/>
            <ac:spMk id="26643" creationId="{00000000-0000-0000-0000-000000000000}"/>
          </ac:spMkLst>
        </pc:spChg>
        <pc:spChg chg="mod">
          <ac:chgData name="iliasidikov@dnevnik.ru" userId="5f36fc7e-1888-440f-a8f8-2af595699a1a" providerId="ADAL" clId="{8DEE7615-1DEC-43EF-A0D6-317339E0CED5}" dt="2022-10-07T12:21:13.543" v="850"/>
          <ac:spMkLst>
            <pc:docMk/>
            <pc:sldMk cId="3956231996" sldId="413"/>
            <ac:spMk id="26644" creationId="{00000000-0000-0000-0000-000000000000}"/>
          </ac:spMkLst>
        </pc:spChg>
      </pc:sldChg>
      <pc:sldChg chg="modSp add mod">
        <pc:chgData name="iliasidikov@dnevnik.ru" userId="5f36fc7e-1888-440f-a8f8-2af595699a1a" providerId="ADAL" clId="{8DEE7615-1DEC-43EF-A0D6-317339E0CED5}" dt="2022-10-07T12:22:00.606" v="860"/>
        <pc:sldMkLst>
          <pc:docMk/>
          <pc:sldMk cId="4238016579" sldId="414"/>
        </pc:sldMkLst>
        <pc:spChg chg="mod">
          <ac:chgData name="iliasidikov@dnevnik.ru" userId="5f36fc7e-1888-440f-a8f8-2af595699a1a" providerId="ADAL" clId="{8DEE7615-1DEC-43EF-A0D6-317339E0CED5}" dt="2022-10-07T12:22:00.606" v="860"/>
          <ac:spMkLst>
            <pc:docMk/>
            <pc:sldMk cId="4238016579" sldId="414"/>
            <ac:spMk id="26643" creationId="{00000000-0000-0000-0000-000000000000}"/>
          </ac:spMkLst>
        </pc:spChg>
      </pc:sldChg>
      <pc:sldChg chg="modSp add mod">
        <pc:chgData name="iliasidikov@dnevnik.ru" userId="5f36fc7e-1888-440f-a8f8-2af595699a1a" providerId="ADAL" clId="{8DEE7615-1DEC-43EF-A0D6-317339E0CED5}" dt="2022-10-07T12:22:13.560" v="862"/>
        <pc:sldMkLst>
          <pc:docMk/>
          <pc:sldMk cId="4290475064" sldId="415"/>
        </pc:sldMkLst>
        <pc:spChg chg="mod">
          <ac:chgData name="iliasidikov@dnevnik.ru" userId="5f36fc7e-1888-440f-a8f8-2af595699a1a" providerId="ADAL" clId="{8DEE7615-1DEC-43EF-A0D6-317339E0CED5}" dt="2022-10-07T12:22:13.560" v="862"/>
          <ac:spMkLst>
            <pc:docMk/>
            <pc:sldMk cId="4290475064" sldId="415"/>
            <ac:spMk id="26643" creationId="{00000000-0000-0000-0000-000000000000}"/>
          </ac:spMkLst>
        </pc:spChg>
      </pc:sldChg>
      <pc:sldChg chg="modSp add mod">
        <pc:chgData name="iliasidikov@dnevnik.ru" userId="5f36fc7e-1888-440f-a8f8-2af595699a1a" providerId="ADAL" clId="{8DEE7615-1DEC-43EF-A0D6-317339E0CED5}" dt="2022-10-07T12:22:22.797" v="864"/>
        <pc:sldMkLst>
          <pc:docMk/>
          <pc:sldMk cId="1097449696" sldId="416"/>
        </pc:sldMkLst>
        <pc:spChg chg="mod">
          <ac:chgData name="iliasidikov@dnevnik.ru" userId="5f36fc7e-1888-440f-a8f8-2af595699a1a" providerId="ADAL" clId="{8DEE7615-1DEC-43EF-A0D6-317339E0CED5}" dt="2022-10-07T12:22:22.797" v="864"/>
          <ac:spMkLst>
            <pc:docMk/>
            <pc:sldMk cId="1097449696" sldId="416"/>
            <ac:spMk id="26643" creationId="{00000000-0000-0000-0000-000000000000}"/>
          </ac:spMkLst>
        </pc:spChg>
      </pc:sldChg>
      <pc:sldChg chg="modSp add mod">
        <pc:chgData name="iliasidikov@dnevnik.ru" userId="5f36fc7e-1888-440f-a8f8-2af595699a1a" providerId="ADAL" clId="{8DEE7615-1DEC-43EF-A0D6-317339E0CED5}" dt="2022-10-07T12:24:49.704" v="869" actId="12"/>
        <pc:sldMkLst>
          <pc:docMk/>
          <pc:sldMk cId="2041081899" sldId="417"/>
        </pc:sldMkLst>
        <pc:spChg chg="mod">
          <ac:chgData name="iliasidikov@dnevnik.ru" userId="5f36fc7e-1888-440f-a8f8-2af595699a1a" providerId="ADAL" clId="{8DEE7615-1DEC-43EF-A0D6-317339E0CED5}" dt="2022-10-07T12:24:49.704" v="869" actId="12"/>
          <ac:spMkLst>
            <pc:docMk/>
            <pc:sldMk cId="2041081899" sldId="417"/>
            <ac:spMk id="26643" creationId="{00000000-0000-0000-0000-000000000000}"/>
          </ac:spMkLst>
        </pc:spChg>
        <pc:spChg chg="mod">
          <ac:chgData name="iliasidikov@dnevnik.ru" userId="5f36fc7e-1888-440f-a8f8-2af595699a1a" providerId="ADAL" clId="{8DEE7615-1DEC-43EF-A0D6-317339E0CED5}" dt="2022-10-07T12:24:35.580" v="867"/>
          <ac:spMkLst>
            <pc:docMk/>
            <pc:sldMk cId="2041081899" sldId="417"/>
            <ac:spMk id="26644" creationId="{00000000-0000-0000-0000-000000000000}"/>
          </ac:spMkLst>
        </pc:spChg>
      </pc:sldChg>
      <pc:sldChg chg="modSp add mod">
        <pc:chgData name="iliasidikov@dnevnik.ru" userId="5f36fc7e-1888-440f-a8f8-2af595699a1a" providerId="ADAL" clId="{8DEE7615-1DEC-43EF-A0D6-317339E0CED5}" dt="2022-10-07T12:25:09.255" v="873" actId="12"/>
        <pc:sldMkLst>
          <pc:docMk/>
          <pc:sldMk cId="1739143497" sldId="418"/>
        </pc:sldMkLst>
        <pc:spChg chg="mod">
          <ac:chgData name="iliasidikov@dnevnik.ru" userId="5f36fc7e-1888-440f-a8f8-2af595699a1a" providerId="ADAL" clId="{8DEE7615-1DEC-43EF-A0D6-317339E0CED5}" dt="2022-10-07T12:25:09.255" v="873" actId="12"/>
          <ac:spMkLst>
            <pc:docMk/>
            <pc:sldMk cId="1739143497" sldId="418"/>
            <ac:spMk id="26643" creationId="{00000000-0000-0000-0000-000000000000}"/>
          </ac:spMkLst>
        </pc:spChg>
        <pc:spChg chg="mod">
          <ac:chgData name="iliasidikov@dnevnik.ru" userId="5f36fc7e-1888-440f-a8f8-2af595699a1a" providerId="ADAL" clId="{8DEE7615-1DEC-43EF-A0D6-317339E0CED5}" dt="2022-10-07T12:25:00.497" v="871"/>
          <ac:spMkLst>
            <pc:docMk/>
            <pc:sldMk cId="1739143497" sldId="418"/>
            <ac:spMk id="26644" creationId="{00000000-0000-0000-0000-000000000000}"/>
          </ac:spMkLst>
        </pc:spChg>
      </pc:sldChg>
      <pc:sldChg chg="modSp add mod">
        <pc:chgData name="iliasidikov@dnevnik.ru" userId="5f36fc7e-1888-440f-a8f8-2af595699a1a" providerId="ADAL" clId="{8DEE7615-1DEC-43EF-A0D6-317339E0CED5}" dt="2022-10-07T12:25:34.150" v="876"/>
        <pc:sldMkLst>
          <pc:docMk/>
          <pc:sldMk cId="1670236921" sldId="419"/>
        </pc:sldMkLst>
        <pc:spChg chg="mod">
          <ac:chgData name="iliasidikov@dnevnik.ru" userId="5f36fc7e-1888-440f-a8f8-2af595699a1a" providerId="ADAL" clId="{8DEE7615-1DEC-43EF-A0D6-317339E0CED5}" dt="2022-10-07T12:25:34.150" v="876"/>
          <ac:spMkLst>
            <pc:docMk/>
            <pc:sldMk cId="1670236921" sldId="419"/>
            <ac:spMk id="26643" creationId="{00000000-0000-0000-0000-000000000000}"/>
          </ac:spMkLst>
        </pc:spChg>
        <pc:spChg chg="mod">
          <ac:chgData name="iliasidikov@dnevnik.ru" userId="5f36fc7e-1888-440f-a8f8-2af595699a1a" providerId="ADAL" clId="{8DEE7615-1DEC-43EF-A0D6-317339E0CED5}" dt="2022-10-07T12:25:18.482" v="875"/>
          <ac:spMkLst>
            <pc:docMk/>
            <pc:sldMk cId="1670236921" sldId="419"/>
            <ac:spMk id="26644" creationId="{00000000-0000-0000-0000-000000000000}"/>
          </ac:spMkLst>
        </pc:spChg>
      </pc:sldChg>
      <pc:sldChg chg="modSp add mod">
        <pc:chgData name="iliasidikov@dnevnik.ru" userId="5f36fc7e-1888-440f-a8f8-2af595699a1a" providerId="ADAL" clId="{8DEE7615-1DEC-43EF-A0D6-317339E0CED5}" dt="2022-10-07T12:26:04.955" v="882"/>
        <pc:sldMkLst>
          <pc:docMk/>
          <pc:sldMk cId="1441445187" sldId="420"/>
        </pc:sldMkLst>
        <pc:spChg chg="mod">
          <ac:chgData name="iliasidikov@dnevnik.ru" userId="5f36fc7e-1888-440f-a8f8-2af595699a1a" providerId="ADAL" clId="{8DEE7615-1DEC-43EF-A0D6-317339E0CED5}" dt="2022-10-07T12:26:04.955" v="882"/>
          <ac:spMkLst>
            <pc:docMk/>
            <pc:sldMk cId="1441445187" sldId="420"/>
            <ac:spMk id="26643" creationId="{00000000-0000-0000-0000-000000000000}"/>
          </ac:spMkLst>
        </pc:spChg>
        <pc:spChg chg="mod">
          <ac:chgData name="iliasidikov@dnevnik.ru" userId="5f36fc7e-1888-440f-a8f8-2af595699a1a" providerId="ADAL" clId="{8DEE7615-1DEC-43EF-A0D6-317339E0CED5}" dt="2022-10-07T12:25:47.895" v="878"/>
          <ac:spMkLst>
            <pc:docMk/>
            <pc:sldMk cId="1441445187" sldId="420"/>
            <ac:spMk id="26644" creationId="{00000000-0000-0000-0000-000000000000}"/>
          </ac:spMkLst>
        </pc:spChg>
      </pc:sldChg>
      <pc:sldChg chg="modSp add mod">
        <pc:chgData name="iliasidikov@dnevnik.ru" userId="5f36fc7e-1888-440f-a8f8-2af595699a1a" providerId="ADAL" clId="{8DEE7615-1DEC-43EF-A0D6-317339E0CED5}" dt="2022-10-07T12:26:27.281" v="887" actId="12"/>
        <pc:sldMkLst>
          <pc:docMk/>
          <pc:sldMk cId="48222150" sldId="421"/>
        </pc:sldMkLst>
        <pc:spChg chg="mod">
          <ac:chgData name="iliasidikov@dnevnik.ru" userId="5f36fc7e-1888-440f-a8f8-2af595699a1a" providerId="ADAL" clId="{8DEE7615-1DEC-43EF-A0D6-317339E0CED5}" dt="2022-10-07T12:26:27.281" v="887" actId="12"/>
          <ac:spMkLst>
            <pc:docMk/>
            <pc:sldMk cId="48222150" sldId="421"/>
            <ac:spMk id="26643" creationId="{00000000-0000-0000-0000-000000000000}"/>
          </ac:spMkLst>
        </pc:spChg>
      </pc:sldChg>
      <pc:sldChg chg="modSp add mod">
        <pc:chgData name="iliasidikov@dnevnik.ru" userId="5f36fc7e-1888-440f-a8f8-2af595699a1a" providerId="ADAL" clId="{8DEE7615-1DEC-43EF-A0D6-317339E0CED5}" dt="2022-10-07T12:27:21.163" v="890"/>
        <pc:sldMkLst>
          <pc:docMk/>
          <pc:sldMk cId="3876094705" sldId="422"/>
        </pc:sldMkLst>
        <pc:spChg chg="mod">
          <ac:chgData name="iliasidikov@dnevnik.ru" userId="5f36fc7e-1888-440f-a8f8-2af595699a1a" providerId="ADAL" clId="{8DEE7615-1DEC-43EF-A0D6-317339E0CED5}" dt="2022-10-07T12:27:21.163" v="890"/>
          <ac:spMkLst>
            <pc:docMk/>
            <pc:sldMk cId="3876094705" sldId="422"/>
            <ac:spMk id="26643" creationId="{00000000-0000-0000-0000-000000000000}"/>
          </ac:spMkLst>
        </pc:spChg>
        <pc:spChg chg="mod">
          <ac:chgData name="iliasidikov@dnevnik.ru" userId="5f36fc7e-1888-440f-a8f8-2af595699a1a" providerId="ADAL" clId="{8DEE7615-1DEC-43EF-A0D6-317339E0CED5}" dt="2022-10-07T12:26:59.935" v="889"/>
          <ac:spMkLst>
            <pc:docMk/>
            <pc:sldMk cId="3876094705" sldId="422"/>
            <ac:spMk id="26644" creationId="{00000000-0000-0000-0000-000000000000}"/>
          </ac:spMkLst>
        </pc:spChg>
      </pc:sldChg>
      <pc:sldChg chg="modSp add mod">
        <pc:chgData name="iliasidikov@dnevnik.ru" userId="5f36fc7e-1888-440f-a8f8-2af595699a1a" providerId="ADAL" clId="{8DEE7615-1DEC-43EF-A0D6-317339E0CED5}" dt="2022-10-07T12:27:41.716" v="893"/>
        <pc:sldMkLst>
          <pc:docMk/>
          <pc:sldMk cId="1632641857" sldId="423"/>
        </pc:sldMkLst>
        <pc:spChg chg="mod">
          <ac:chgData name="iliasidikov@dnevnik.ru" userId="5f36fc7e-1888-440f-a8f8-2af595699a1a" providerId="ADAL" clId="{8DEE7615-1DEC-43EF-A0D6-317339E0CED5}" dt="2022-10-07T12:27:41.716" v="893"/>
          <ac:spMkLst>
            <pc:docMk/>
            <pc:sldMk cId="1632641857" sldId="423"/>
            <ac:spMk id="26643" creationId="{00000000-0000-0000-0000-000000000000}"/>
          </ac:spMkLst>
        </pc:spChg>
        <pc:spChg chg="mod">
          <ac:chgData name="iliasidikov@dnevnik.ru" userId="5f36fc7e-1888-440f-a8f8-2af595699a1a" providerId="ADAL" clId="{8DEE7615-1DEC-43EF-A0D6-317339E0CED5}" dt="2022-10-07T12:27:32.645" v="892"/>
          <ac:spMkLst>
            <pc:docMk/>
            <pc:sldMk cId="1632641857" sldId="423"/>
            <ac:spMk id="26644" creationId="{00000000-0000-0000-0000-000000000000}"/>
          </ac:spMkLst>
        </pc:spChg>
      </pc:sldChg>
      <pc:sldChg chg="modSp add mod">
        <pc:chgData name="iliasidikov@dnevnik.ru" userId="5f36fc7e-1888-440f-a8f8-2af595699a1a" providerId="ADAL" clId="{8DEE7615-1DEC-43EF-A0D6-317339E0CED5}" dt="2022-10-07T12:28:00.968" v="899"/>
        <pc:sldMkLst>
          <pc:docMk/>
          <pc:sldMk cId="1631207356" sldId="424"/>
        </pc:sldMkLst>
        <pc:spChg chg="mod">
          <ac:chgData name="iliasidikov@dnevnik.ru" userId="5f36fc7e-1888-440f-a8f8-2af595699a1a" providerId="ADAL" clId="{8DEE7615-1DEC-43EF-A0D6-317339E0CED5}" dt="2022-10-07T12:28:00.968" v="899"/>
          <ac:spMkLst>
            <pc:docMk/>
            <pc:sldMk cId="1631207356" sldId="424"/>
            <ac:spMk id="26643" creationId="{00000000-0000-0000-0000-000000000000}"/>
          </ac:spMkLst>
        </pc:spChg>
        <pc:spChg chg="mod">
          <ac:chgData name="iliasidikov@dnevnik.ru" userId="5f36fc7e-1888-440f-a8f8-2af595699a1a" providerId="ADAL" clId="{8DEE7615-1DEC-43EF-A0D6-317339E0CED5}" dt="2022-10-07T12:27:49.931" v="895"/>
          <ac:spMkLst>
            <pc:docMk/>
            <pc:sldMk cId="1631207356" sldId="424"/>
            <ac:spMk id="26644" creationId="{00000000-0000-0000-0000-000000000000}"/>
          </ac:spMkLst>
        </pc:spChg>
      </pc:sldChg>
      <pc:sldChg chg="modSp add mod">
        <pc:chgData name="iliasidikov@dnevnik.ru" userId="5f36fc7e-1888-440f-a8f8-2af595699a1a" providerId="ADAL" clId="{8DEE7615-1DEC-43EF-A0D6-317339E0CED5}" dt="2022-10-07T12:28:24.514" v="905"/>
        <pc:sldMkLst>
          <pc:docMk/>
          <pc:sldMk cId="1030437654" sldId="425"/>
        </pc:sldMkLst>
        <pc:spChg chg="mod">
          <ac:chgData name="iliasidikov@dnevnik.ru" userId="5f36fc7e-1888-440f-a8f8-2af595699a1a" providerId="ADAL" clId="{8DEE7615-1DEC-43EF-A0D6-317339E0CED5}" dt="2022-10-07T12:28:24.514" v="905"/>
          <ac:spMkLst>
            <pc:docMk/>
            <pc:sldMk cId="1030437654" sldId="425"/>
            <ac:spMk id="26643" creationId="{00000000-0000-0000-0000-000000000000}"/>
          </ac:spMkLst>
        </pc:spChg>
        <pc:spChg chg="mod">
          <ac:chgData name="iliasidikov@dnevnik.ru" userId="5f36fc7e-1888-440f-a8f8-2af595699a1a" providerId="ADAL" clId="{8DEE7615-1DEC-43EF-A0D6-317339E0CED5}" dt="2022-10-07T12:28:10.450" v="901"/>
          <ac:spMkLst>
            <pc:docMk/>
            <pc:sldMk cId="1030437654" sldId="425"/>
            <ac:spMk id="26644" creationId="{00000000-0000-0000-0000-000000000000}"/>
          </ac:spMkLst>
        </pc:spChg>
      </pc:sldChg>
      <pc:sldChg chg="add del">
        <pc:chgData name="iliasidikov@dnevnik.ru" userId="5f36fc7e-1888-440f-a8f8-2af595699a1a" providerId="ADAL" clId="{8DEE7615-1DEC-43EF-A0D6-317339E0CED5}" dt="2022-10-07T12:28:40.843" v="907" actId="47"/>
        <pc:sldMkLst>
          <pc:docMk/>
          <pc:sldMk cId="230887089" sldId="426"/>
        </pc:sldMkLst>
      </pc:sldChg>
      <pc:sldChg chg="modSp add mod">
        <pc:chgData name="iliasidikov@dnevnik.ru" userId="5f36fc7e-1888-440f-a8f8-2af595699a1a" providerId="ADAL" clId="{8DEE7615-1DEC-43EF-A0D6-317339E0CED5}" dt="2022-10-07T12:30:58.993" v="917"/>
        <pc:sldMkLst>
          <pc:docMk/>
          <pc:sldMk cId="2868219443" sldId="426"/>
        </pc:sldMkLst>
        <pc:spChg chg="mod">
          <ac:chgData name="iliasidikov@dnevnik.ru" userId="5f36fc7e-1888-440f-a8f8-2af595699a1a" providerId="ADAL" clId="{8DEE7615-1DEC-43EF-A0D6-317339E0CED5}" dt="2022-10-07T12:30:58.993" v="917"/>
          <ac:spMkLst>
            <pc:docMk/>
            <pc:sldMk cId="2868219443" sldId="426"/>
            <ac:spMk id="26643" creationId="{00000000-0000-0000-0000-000000000000}"/>
          </ac:spMkLst>
        </pc:spChg>
        <pc:spChg chg="mod">
          <ac:chgData name="iliasidikov@dnevnik.ru" userId="5f36fc7e-1888-440f-a8f8-2af595699a1a" providerId="ADAL" clId="{8DEE7615-1DEC-43EF-A0D6-317339E0CED5}" dt="2022-10-07T12:30:47.210" v="916" actId="20577"/>
          <ac:spMkLst>
            <pc:docMk/>
            <pc:sldMk cId="2868219443" sldId="426"/>
            <ac:spMk id="26644" creationId="{00000000-0000-0000-0000-000000000000}"/>
          </ac:spMkLst>
        </pc:spChg>
      </pc:sldChg>
      <pc:sldChg chg="modSp add mod">
        <pc:chgData name="iliasidikov@dnevnik.ru" userId="5f36fc7e-1888-440f-a8f8-2af595699a1a" providerId="ADAL" clId="{8DEE7615-1DEC-43EF-A0D6-317339E0CED5}" dt="2022-10-07T12:33:34.311" v="950"/>
        <pc:sldMkLst>
          <pc:docMk/>
          <pc:sldMk cId="3331549516" sldId="427"/>
        </pc:sldMkLst>
        <pc:spChg chg="mod">
          <ac:chgData name="iliasidikov@dnevnik.ru" userId="5f36fc7e-1888-440f-a8f8-2af595699a1a" providerId="ADAL" clId="{8DEE7615-1DEC-43EF-A0D6-317339E0CED5}" dt="2022-10-07T12:33:34.311" v="950"/>
          <ac:spMkLst>
            <pc:docMk/>
            <pc:sldMk cId="3331549516" sldId="427"/>
            <ac:spMk id="26643" creationId="{00000000-0000-0000-0000-000000000000}"/>
          </ac:spMkLst>
        </pc:spChg>
        <pc:spChg chg="mod">
          <ac:chgData name="iliasidikov@dnevnik.ru" userId="5f36fc7e-1888-440f-a8f8-2af595699a1a" providerId="ADAL" clId="{8DEE7615-1DEC-43EF-A0D6-317339E0CED5}" dt="2022-10-07T12:33:19.727" v="949" actId="20577"/>
          <ac:spMkLst>
            <pc:docMk/>
            <pc:sldMk cId="3331549516" sldId="427"/>
            <ac:spMk id="26644" creationId="{00000000-0000-0000-0000-000000000000}"/>
          </ac:spMkLst>
        </pc:spChg>
      </pc:sldChg>
      <pc:sldChg chg="add del">
        <pc:chgData name="iliasidikov@dnevnik.ru" userId="5f36fc7e-1888-440f-a8f8-2af595699a1a" providerId="ADAL" clId="{8DEE7615-1DEC-43EF-A0D6-317339E0CED5}" dt="2022-10-07T12:33:04.522" v="927" actId="47"/>
        <pc:sldMkLst>
          <pc:docMk/>
          <pc:sldMk cId="198065390" sldId="428"/>
        </pc:sldMkLst>
      </pc:sldChg>
      <pc:sldChg chg="modSp add mod">
        <pc:chgData name="iliasidikov@dnevnik.ru" userId="5f36fc7e-1888-440f-a8f8-2af595699a1a" providerId="ADAL" clId="{8DEE7615-1DEC-43EF-A0D6-317339E0CED5}" dt="2022-10-07T12:33:56.518" v="953"/>
        <pc:sldMkLst>
          <pc:docMk/>
          <pc:sldMk cId="3980347376" sldId="428"/>
        </pc:sldMkLst>
        <pc:spChg chg="mod">
          <ac:chgData name="iliasidikov@dnevnik.ru" userId="5f36fc7e-1888-440f-a8f8-2af595699a1a" providerId="ADAL" clId="{8DEE7615-1DEC-43EF-A0D6-317339E0CED5}" dt="2022-10-07T12:33:56.518" v="953"/>
          <ac:spMkLst>
            <pc:docMk/>
            <pc:sldMk cId="3980347376" sldId="428"/>
            <ac:spMk id="26643" creationId="{00000000-0000-0000-0000-000000000000}"/>
          </ac:spMkLst>
        </pc:spChg>
        <pc:spChg chg="mod">
          <ac:chgData name="iliasidikov@dnevnik.ru" userId="5f36fc7e-1888-440f-a8f8-2af595699a1a" providerId="ADAL" clId="{8DEE7615-1DEC-43EF-A0D6-317339E0CED5}" dt="2022-10-07T12:33:49.871" v="952"/>
          <ac:spMkLst>
            <pc:docMk/>
            <pc:sldMk cId="3980347376" sldId="428"/>
            <ac:spMk id="26644" creationId="{00000000-0000-0000-0000-000000000000}"/>
          </ac:spMkLst>
        </pc:spChg>
      </pc:sldChg>
      <pc:sldChg chg="modSp add mod">
        <pc:chgData name="iliasidikov@dnevnik.ru" userId="5f36fc7e-1888-440f-a8f8-2af595699a1a" providerId="ADAL" clId="{8DEE7615-1DEC-43EF-A0D6-317339E0CED5}" dt="2022-10-07T12:34:10.943" v="956"/>
        <pc:sldMkLst>
          <pc:docMk/>
          <pc:sldMk cId="754406976" sldId="429"/>
        </pc:sldMkLst>
        <pc:spChg chg="mod">
          <ac:chgData name="iliasidikov@dnevnik.ru" userId="5f36fc7e-1888-440f-a8f8-2af595699a1a" providerId="ADAL" clId="{8DEE7615-1DEC-43EF-A0D6-317339E0CED5}" dt="2022-10-07T12:34:10.943" v="956"/>
          <ac:spMkLst>
            <pc:docMk/>
            <pc:sldMk cId="754406976" sldId="429"/>
            <ac:spMk id="26643" creationId="{00000000-0000-0000-0000-000000000000}"/>
          </ac:spMkLst>
        </pc:spChg>
        <pc:spChg chg="mod">
          <ac:chgData name="iliasidikov@dnevnik.ru" userId="5f36fc7e-1888-440f-a8f8-2af595699a1a" providerId="ADAL" clId="{8DEE7615-1DEC-43EF-A0D6-317339E0CED5}" dt="2022-10-07T12:34:06.140" v="955"/>
          <ac:spMkLst>
            <pc:docMk/>
            <pc:sldMk cId="754406976" sldId="429"/>
            <ac:spMk id="26644" creationId="{00000000-0000-0000-0000-000000000000}"/>
          </ac:spMkLst>
        </pc:spChg>
      </pc:sldChg>
      <pc:sldChg chg="modSp add mod">
        <pc:chgData name="iliasidikov@dnevnik.ru" userId="5f36fc7e-1888-440f-a8f8-2af595699a1a" providerId="ADAL" clId="{8DEE7615-1DEC-43EF-A0D6-317339E0CED5}" dt="2022-10-07T12:34:25.137" v="959"/>
        <pc:sldMkLst>
          <pc:docMk/>
          <pc:sldMk cId="1730999026" sldId="430"/>
        </pc:sldMkLst>
        <pc:spChg chg="mod">
          <ac:chgData name="iliasidikov@dnevnik.ru" userId="5f36fc7e-1888-440f-a8f8-2af595699a1a" providerId="ADAL" clId="{8DEE7615-1DEC-43EF-A0D6-317339E0CED5}" dt="2022-10-07T12:34:25.137" v="959"/>
          <ac:spMkLst>
            <pc:docMk/>
            <pc:sldMk cId="1730999026" sldId="430"/>
            <ac:spMk id="26643" creationId="{00000000-0000-0000-0000-000000000000}"/>
          </ac:spMkLst>
        </pc:spChg>
        <pc:spChg chg="mod">
          <ac:chgData name="iliasidikov@dnevnik.ru" userId="5f36fc7e-1888-440f-a8f8-2af595699a1a" providerId="ADAL" clId="{8DEE7615-1DEC-43EF-A0D6-317339E0CED5}" dt="2022-10-07T12:34:18.940" v="958"/>
          <ac:spMkLst>
            <pc:docMk/>
            <pc:sldMk cId="1730999026" sldId="430"/>
            <ac:spMk id="26644" creationId="{00000000-0000-0000-0000-000000000000}"/>
          </ac:spMkLst>
        </pc:spChg>
      </pc:sldChg>
      <pc:sldChg chg="modSp add mod">
        <pc:chgData name="iliasidikov@dnevnik.ru" userId="5f36fc7e-1888-440f-a8f8-2af595699a1a" providerId="ADAL" clId="{8DEE7615-1DEC-43EF-A0D6-317339E0CED5}" dt="2022-10-07T12:34:40.843" v="962"/>
        <pc:sldMkLst>
          <pc:docMk/>
          <pc:sldMk cId="3522111393" sldId="431"/>
        </pc:sldMkLst>
        <pc:spChg chg="mod">
          <ac:chgData name="iliasidikov@dnevnik.ru" userId="5f36fc7e-1888-440f-a8f8-2af595699a1a" providerId="ADAL" clId="{8DEE7615-1DEC-43EF-A0D6-317339E0CED5}" dt="2022-10-07T12:34:40.843" v="962"/>
          <ac:spMkLst>
            <pc:docMk/>
            <pc:sldMk cId="3522111393" sldId="431"/>
            <ac:spMk id="26643" creationId="{00000000-0000-0000-0000-000000000000}"/>
          </ac:spMkLst>
        </pc:spChg>
        <pc:spChg chg="mod">
          <ac:chgData name="iliasidikov@dnevnik.ru" userId="5f36fc7e-1888-440f-a8f8-2af595699a1a" providerId="ADAL" clId="{8DEE7615-1DEC-43EF-A0D6-317339E0CED5}" dt="2022-10-07T12:34:31.461" v="961"/>
          <ac:spMkLst>
            <pc:docMk/>
            <pc:sldMk cId="3522111393" sldId="431"/>
            <ac:spMk id="26644" creationId="{00000000-0000-0000-0000-000000000000}"/>
          </ac:spMkLst>
        </pc:spChg>
      </pc:sldChg>
      <pc:sldChg chg="modSp add mod">
        <pc:chgData name="iliasidikov@dnevnik.ru" userId="5f36fc7e-1888-440f-a8f8-2af595699a1a" providerId="ADAL" clId="{8DEE7615-1DEC-43EF-A0D6-317339E0CED5}" dt="2022-10-07T12:35:09.175" v="968"/>
        <pc:sldMkLst>
          <pc:docMk/>
          <pc:sldMk cId="510705710" sldId="432"/>
        </pc:sldMkLst>
        <pc:spChg chg="mod">
          <ac:chgData name="iliasidikov@dnevnik.ru" userId="5f36fc7e-1888-440f-a8f8-2af595699a1a" providerId="ADAL" clId="{8DEE7615-1DEC-43EF-A0D6-317339E0CED5}" dt="2022-10-07T12:35:09.175" v="968"/>
          <ac:spMkLst>
            <pc:docMk/>
            <pc:sldMk cId="510705710" sldId="432"/>
            <ac:spMk id="26643" creationId="{00000000-0000-0000-0000-000000000000}"/>
          </ac:spMkLst>
        </pc:spChg>
        <pc:spChg chg="mod">
          <ac:chgData name="iliasidikov@dnevnik.ru" userId="5f36fc7e-1888-440f-a8f8-2af595699a1a" providerId="ADAL" clId="{8DEE7615-1DEC-43EF-A0D6-317339E0CED5}" dt="2022-10-07T12:34:49.958" v="964"/>
          <ac:spMkLst>
            <pc:docMk/>
            <pc:sldMk cId="510705710" sldId="432"/>
            <ac:spMk id="26644" creationId="{00000000-0000-0000-0000-000000000000}"/>
          </ac:spMkLst>
        </pc:spChg>
      </pc:sldChg>
      <pc:sldChg chg="modSp add mod">
        <pc:chgData name="iliasidikov@dnevnik.ru" userId="5f36fc7e-1888-440f-a8f8-2af595699a1a" providerId="ADAL" clId="{8DEE7615-1DEC-43EF-A0D6-317339E0CED5}" dt="2022-10-07T12:35:25.935" v="971"/>
        <pc:sldMkLst>
          <pc:docMk/>
          <pc:sldMk cId="1753457802" sldId="433"/>
        </pc:sldMkLst>
        <pc:spChg chg="mod">
          <ac:chgData name="iliasidikov@dnevnik.ru" userId="5f36fc7e-1888-440f-a8f8-2af595699a1a" providerId="ADAL" clId="{8DEE7615-1DEC-43EF-A0D6-317339E0CED5}" dt="2022-10-07T12:35:25.935" v="971"/>
          <ac:spMkLst>
            <pc:docMk/>
            <pc:sldMk cId="1753457802" sldId="433"/>
            <ac:spMk id="26643" creationId="{00000000-0000-0000-0000-000000000000}"/>
          </ac:spMkLst>
        </pc:spChg>
        <pc:spChg chg="mod">
          <ac:chgData name="iliasidikov@dnevnik.ru" userId="5f36fc7e-1888-440f-a8f8-2af595699a1a" providerId="ADAL" clId="{8DEE7615-1DEC-43EF-A0D6-317339E0CED5}" dt="2022-10-07T12:35:17.889" v="970"/>
          <ac:spMkLst>
            <pc:docMk/>
            <pc:sldMk cId="1753457802" sldId="433"/>
            <ac:spMk id="26644" creationId="{00000000-0000-0000-0000-000000000000}"/>
          </ac:spMkLst>
        </pc:spChg>
      </pc:sldChg>
      <pc:sldChg chg="modSp add mod">
        <pc:chgData name="iliasidikov@dnevnik.ru" userId="5f36fc7e-1888-440f-a8f8-2af595699a1a" providerId="ADAL" clId="{8DEE7615-1DEC-43EF-A0D6-317339E0CED5}" dt="2022-10-07T12:35:45.992" v="977"/>
        <pc:sldMkLst>
          <pc:docMk/>
          <pc:sldMk cId="2201724134" sldId="434"/>
        </pc:sldMkLst>
        <pc:spChg chg="mod">
          <ac:chgData name="iliasidikov@dnevnik.ru" userId="5f36fc7e-1888-440f-a8f8-2af595699a1a" providerId="ADAL" clId="{8DEE7615-1DEC-43EF-A0D6-317339E0CED5}" dt="2022-10-07T12:35:45.992" v="977"/>
          <ac:spMkLst>
            <pc:docMk/>
            <pc:sldMk cId="2201724134" sldId="434"/>
            <ac:spMk id="26643" creationId="{00000000-0000-0000-0000-000000000000}"/>
          </ac:spMkLst>
        </pc:spChg>
        <pc:spChg chg="mod">
          <ac:chgData name="iliasidikov@dnevnik.ru" userId="5f36fc7e-1888-440f-a8f8-2af595699a1a" providerId="ADAL" clId="{8DEE7615-1DEC-43EF-A0D6-317339E0CED5}" dt="2022-10-07T12:35:33.286" v="973"/>
          <ac:spMkLst>
            <pc:docMk/>
            <pc:sldMk cId="2201724134" sldId="434"/>
            <ac:spMk id="26644" creationId="{00000000-0000-0000-0000-000000000000}"/>
          </ac:spMkLst>
        </pc:spChg>
      </pc:sldChg>
      <pc:sldChg chg="modSp add mod">
        <pc:chgData name="iliasidikov@dnevnik.ru" userId="5f36fc7e-1888-440f-a8f8-2af595699a1a" providerId="ADAL" clId="{8DEE7615-1DEC-43EF-A0D6-317339E0CED5}" dt="2022-10-07T12:36:57.962" v="988"/>
        <pc:sldMkLst>
          <pc:docMk/>
          <pc:sldMk cId="2464624718" sldId="435"/>
        </pc:sldMkLst>
        <pc:spChg chg="mod">
          <ac:chgData name="iliasidikov@dnevnik.ru" userId="5f36fc7e-1888-440f-a8f8-2af595699a1a" providerId="ADAL" clId="{8DEE7615-1DEC-43EF-A0D6-317339E0CED5}" dt="2022-10-07T12:36:57.962" v="988"/>
          <ac:spMkLst>
            <pc:docMk/>
            <pc:sldMk cId="2464624718" sldId="435"/>
            <ac:spMk id="26643" creationId="{00000000-0000-0000-0000-000000000000}"/>
          </ac:spMkLst>
        </pc:spChg>
        <pc:spChg chg="mod">
          <ac:chgData name="iliasidikov@dnevnik.ru" userId="5f36fc7e-1888-440f-a8f8-2af595699a1a" providerId="ADAL" clId="{8DEE7615-1DEC-43EF-A0D6-317339E0CED5}" dt="2022-10-07T12:36:23.219" v="987" actId="20577"/>
          <ac:spMkLst>
            <pc:docMk/>
            <pc:sldMk cId="2464624718" sldId="435"/>
            <ac:spMk id="26644" creationId="{00000000-0000-0000-0000-000000000000}"/>
          </ac:spMkLst>
        </pc:spChg>
      </pc:sldChg>
      <pc:sldChg chg="modSp add mod">
        <pc:chgData name="iliasidikov@dnevnik.ru" userId="5f36fc7e-1888-440f-a8f8-2af595699a1a" providerId="ADAL" clId="{8DEE7615-1DEC-43EF-A0D6-317339E0CED5}" dt="2022-10-07T12:37:12.905" v="991"/>
        <pc:sldMkLst>
          <pc:docMk/>
          <pc:sldMk cId="3531833721" sldId="436"/>
        </pc:sldMkLst>
        <pc:spChg chg="mod">
          <ac:chgData name="iliasidikov@dnevnik.ru" userId="5f36fc7e-1888-440f-a8f8-2af595699a1a" providerId="ADAL" clId="{8DEE7615-1DEC-43EF-A0D6-317339E0CED5}" dt="2022-10-07T12:37:12.905" v="991"/>
          <ac:spMkLst>
            <pc:docMk/>
            <pc:sldMk cId="3531833721" sldId="436"/>
            <ac:spMk id="26643" creationId="{00000000-0000-0000-0000-000000000000}"/>
          </ac:spMkLst>
        </pc:spChg>
        <pc:spChg chg="mod">
          <ac:chgData name="iliasidikov@dnevnik.ru" userId="5f36fc7e-1888-440f-a8f8-2af595699a1a" providerId="ADAL" clId="{8DEE7615-1DEC-43EF-A0D6-317339E0CED5}" dt="2022-10-07T12:37:06.944" v="990"/>
          <ac:spMkLst>
            <pc:docMk/>
            <pc:sldMk cId="3531833721" sldId="436"/>
            <ac:spMk id="26644" creationId="{00000000-0000-0000-0000-000000000000}"/>
          </ac:spMkLst>
        </pc:spChg>
      </pc:sldChg>
      <pc:sldChg chg="modSp add mod">
        <pc:chgData name="iliasidikov@dnevnik.ru" userId="5f36fc7e-1888-440f-a8f8-2af595699a1a" providerId="ADAL" clId="{8DEE7615-1DEC-43EF-A0D6-317339E0CED5}" dt="2022-10-07T12:38:43.364" v="1006"/>
        <pc:sldMkLst>
          <pc:docMk/>
          <pc:sldMk cId="2518111075" sldId="437"/>
        </pc:sldMkLst>
        <pc:spChg chg="mod">
          <ac:chgData name="iliasidikov@dnevnik.ru" userId="5f36fc7e-1888-440f-a8f8-2af595699a1a" providerId="ADAL" clId="{8DEE7615-1DEC-43EF-A0D6-317339E0CED5}" dt="2022-10-07T12:38:43.364" v="1006"/>
          <ac:spMkLst>
            <pc:docMk/>
            <pc:sldMk cId="2518111075" sldId="437"/>
            <ac:spMk id="26643" creationId="{00000000-0000-0000-0000-000000000000}"/>
          </ac:spMkLst>
        </pc:spChg>
        <pc:spChg chg="mod">
          <ac:chgData name="iliasidikov@dnevnik.ru" userId="5f36fc7e-1888-440f-a8f8-2af595699a1a" providerId="ADAL" clId="{8DEE7615-1DEC-43EF-A0D6-317339E0CED5}" dt="2022-10-07T12:38:26.210" v="1005" actId="20577"/>
          <ac:spMkLst>
            <pc:docMk/>
            <pc:sldMk cId="2518111075" sldId="437"/>
            <ac:spMk id="26644" creationId="{00000000-0000-0000-0000-000000000000}"/>
          </ac:spMkLst>
        </pc:spChg>
      </pc:sldChg>
      <pc:sldChg chg="modSp add mod">
        <pc:chgData name="iliasidikov@dnevnik.ru" userId="5f36fc7e-1888-440f-a8f8-2af595699a1a" providerId="ADAL" clId="{8DEE7615-1DEC-43EF-A0D6-317339E0CED5}" dt="2022-10-07T12:38:57.800" v="1008"/>
        <pc:sldMkLst>
          <pc:docMk/>
          <pc:sldMk cId="4169480535" sldId="438"/>
        </pc:sldMkLst>
        <pc:spChg chg="mod">
          <ac:chgData name="iliasidikov@dnevnik.ru" userId="5f36fc7e-1888-440f-a8f8-2af595699a1a" providerId="ADAL" clId="{8DEE7615-1DEC-43EF-A0D6-317339E0CED5}" dt="2022-10-07T12:38:57.800" v="1008"/>
          <ac:spMkLst>
            <pc:docMk/>
            <pc:sldMk cId="4169480535" sldId="438"/>
            <ac:spMk id="26643" creationId="{00000000-0000-0000-0000-000000000000}"/>
          </ac:spMkLst>
        </pc:spChg>
      </pc:sldChg>
      <pc:sldChg chg="modSp add mod">
        <pc:chgData name="iliasidikov@dnevnik.ru" userId="5f36fc7e-1888-440f-a8f8-2af595699a1a" providerId="ADAL" clId="{8DEE7615-1DEC-43EF-A0D6-317339E0CED5}" dt="2022-10-07T12:39:17.108" v="1029"/>
        <pc:sldMkLst>
          <pc:docMk/>
          <pc:sldMk cId="2506099998" sldId="439"/>
        </pc:sldMkLst>
        <pc:spChg chg="mod">
          <ac:chgData name="iliasidikov@dnevnik.ru" userId="5f36fc7e-1888-440f-a8f8-2af595699a1a" providerId="ADAL" clId="{8DEE7615-1DEC-43EF-A0D6-317339E0CED5}" dt="2022-10-07T12:39:17.108" v="1029"/>
          <ac:spMkLst>
            <pc:docMk/>
            <pc:sldMk cId="2506099998" sldId="439"/>
            <ac:spMk id="26643" creationId="{00000000-0000-0000-0000-000000000000}"/>
          </ac:spMkLst>
        </pc:spChg>
        <pc:spChg chg="mod">
          <ac:chgData name="iliasidikov@dnevnik.ru" userId="5f36fc7e-1888-440f-a8f8-2af595699a1a" providerId="ADAL" clId="{8DEE7615-1DEC-43EF-A0D6-317339E0CED5}" dt="2022-10-07T12:39:07.668" v="1028" actId="20577"/>
          <ac:spMkLst>
            <pc:docMk/>
            <pc:sldMk cId="2506099998" sldId="439"/>
            <ac:spMk id="26644" creationId="{00000000-0000-0000-0000-000000000000}"/>
          </ac:spMkLst>
        </pc:spChg>
      </pc:sldChg>
      <pc:sldChg chg="modSp add mod">
        <pc:chgData name="iliasidikov@dnevnik.ru" userId="5f36fc7e-1888-440f-a8f8-2af595699a1a" providerId="ADAL" clId="{8DEE7615-1DEC-43EF-A0D6-317339E0CED5}" dt="2022-10-07T12:39:32.802" v="1062"/>
        <pc:sldMkLst>
          <pc:docMk/>
          <pc:sldMk cId="356788714" sldId="440"/>
        </pc:sldMkLst>
        <pc:spChg chg="mod">
          <ac:chgData name="iliasidikov@dnevnik.ru" userId="5f36fc7e-1888-440f-a8f8-2af595699a1a" providerId="ADAL" clId="{8DEE7615-1DEC-43EF-A0D6-317339E0CED5}" dt="2022-10-07T12:39:32.802" v="1062"/>
          <ac:spMkLst>
            <pc:docMk/>
            <pc:sldMk cId="356788714" sldId="440"/>
            <ac:spMk id="26643" creationId="{00000000-0000-0000-0000-000000000000}"/>
          </ac:spMkLst>
        </pc:spChg>
        <pc:spChg chg="mod">
          <ac:chgData name="iliasidikov@dnevnik.ru" userId="5f36fc7e-1888-440f-a8f8-2af595699a1a" providerId="ADAL" clId="{8DEE7615-1DEC-43EF-A0D6-317339E0CED5}" dt="2022-10-07T12:39:26.776" v="1061" actId="20577"/>
          <ac:spMkLst>
            <pc:docMk/>
            <pc:sldMk cId="356788714" sldId="440"/>
            <ac:spMk id="26644" creationId="{00000000-0000-0000-0000-000000000000}"/>
          </ac:spMkLst>
        </pc:spChg>
      </pc:sldChg>
      <pc:sldChg chg="modSp add mod">
        <pc:chgData name="iliasidikov@dnevnik.ru" userId="5f36fc7e-1888-440f-a8f8-2af595699a1a" providerId="ADAL" clId="{8DEE7615-1DEC-43EF-A0D6-317339E0CED5}" dt="2022-10-07T12:39:47.237" v="1065"/>
        <pc:sldMkLst>
          <pc:docMk/>
          <pc:sldMk cId="2760843556" sldId="441"/>
        </pc:sldMkLst>
        <pc:spChg chg="mod">
          <ac:chgData name="iliasidikov@dnevnik.ru" userId="5f36fc7e-1888-440f-a8f8-2af595699a1a" providerId="ADAL" clId="{8DEE7615-1DEC-43EF-A0D6-317339E0CED5}" dt="2022-10-07T12:39:47.237" v="1065"/>
          <ac:spMkLst>
            <pc:docMk/>
            <pc:sldMk cId="2760843556" sldId="441"/>
            <ac:spMk id="26643" creationId="{00000000-0000-0000-0000-000000000000}"/>
          </ac:spMkLst>
        </pc:spChg>
        <pc:spChg chg="mod">
          <ac:chgData name="iliasidikov@dnevnik.ru" userId="5f36fc7e-1888-440f-a8f8-2af595699a1a" providerId="ADAL" clId="{8DEE7615-1DEC-43EF-A0D6-317339E0CED5}" dt="2022-10-07T12:39:41.211" v="1064"/>
          <ac:spMkLst>
            <pc:docMk/>
            <pc:sldMk cId="2760843556" sldId="441"/>
            <ac:spMk id="2664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BBFD8-3D20-4563-9468-FCC088230877}" type="datetimeFigureOut">
              <a:rPr lang="ru-RU" smtClean="0"/>
              <a:t>23.01.2023</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7EC55E-95C3-41D8-8476-229BB57CA75D}" type="slidenum">
              <a:rPr lang="ru-RU" smtClean="0"/>
              <a:t>‹#›</a:t>
            </a:fld>
            <a:endParaRPr lang="ru-RU"/>
          </a:p>
        </p:txBody>
      </p:sp>
    </p:spTree>
    <p:extLst>
      <p:ext uri="{BB962C8B-B14F-4D97-AF65-F5344CB8AC3E}">
        <p14:creationId xmlns:p14="http://schemas.microsoft.com/office/powerpoint/2010/main" val="1451500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https://studizba.com/lectures/informatika-i-programmirovanie/lekcii-po-operacionnym-sistemam/4486-istoriya-razvitiya-os.html</a:t>
            </a:r>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a:t>
            </a:fld>
            <a:endParaRPr lang="ru-RU"/>
          </a:p>
        </p:txBody>
      </p:sp>
    </p:spTree>
    <p:extLst>
      <p:ext uri="{BB962C8B-B14F-4D97-AF65-F5344CB8AC3E}">
        <p14:creationId xmlns:p14="http://schemas.microsoft.com/office/powerpoint/2010/main" val="1176700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12</a:t>
            </a:fld>
            <a:endParaRPr lang="ru-RU"/>
          </a:p>
        </p:txBody>
      </p:sp>
    </p:spTree>
    <p:extLst>
      <p:ext uri="{BB962C8B-B14F-4D97-AF65-F5344CB8AC3E}">
        <p14:creationId xmlns:p14="http://schemas.microsoft.com/office/powerpoint/2010/main" val="3570914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13</a:t>
            </a:fld>
            <a:endParaRPr lang="ru-RU"/>
          </a:p>
        </p:txBody>
      </p:sp>
    </p:spTree>
    <p:extLst>
      <p:ext uri="{BB962C8B-B14F-4D97-AF65-F5344CB8AC3E}">
        <p14:creationId xmlns:p14="http://schemas.microsoft.com/office/powerpoint/2010/main" val="729697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14</a:t>
            </a:fld>
            <a:endParaRPr lang="ru-RU"/>
          </a:p>
        </p:txBody>
      </p:sp>
    </p:spTree>
    <p:extLst>
      <p:ext uri="{BB962C8B-B14F-4D97-AF65-F5344CB8AC3E}">
        <p14:creationId xmlns:p14="http://schemas.microsoft.com/office/powerpoint/2010/main" val="2537140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15</a:t>
            </a:fld>
            <a:endParaRPr lang="ru-RU"/>
          </a:p>
        </p:txBody>
      </p:sp>
    </p:spTree>
    <p:extLst>
      <p:ext uri="{BB962C8B-B14F-4D97-AF65-F5344CB8AC3E}">
        <p14:creationId xmlns:p14="http://schemas.microsoft.com/office/powerpoint/2010/main" val="872769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16</a:t>
            </a:fld>
            <a:endParaRPr lang="ru-RU"/>
          </a:p>
        </p:txBody>
      </p:sp>
    </p:spTree>
    <p:extLst>
      <p:ext uri="{BB962C8B-B14F-4D97-AF65-F5344CB8AC3E}">
        <p14:creationId xmlns:p14="http://schemas.microsoft.com/office/powerpoint/2010/main" val="1684876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17</a:t>
            </a:fld>
            <a:endParaRPr lang="ru-RU"/>
          </a:p>
        </p:txBody>
      </p:sp>
    </p:spTree>
    <p:extLst>
      <p:ext uri="{BB962C8B-B14F-4D97-AF65-F5344CB8AC3E}">
        <p14:creationId xmlns:p14="http://schemas.microsoft.com/office/powerpoint/2010/main" val="309545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18</a:t>
            </a:fld>
            <a:endParaRPr lang="ru-RU"/>
          </a:p>
        </p:txBody>
      </p:sp>
    </p:spTree>
    <p:extLst>
      <p:ext uri="{BB962C8B-B14F-4D97-AF65-F5344CB8AC3E}">
        <p14:creationId xmlns:p14="http://schemas.microsoft.com/office/powerpoint/2010/main" val="2995645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19</a:t>
            </a:fld>
            <a:endParaRPr lang="ru-RU"/>
          </a:p>
        </p:txBody>
      </p:sp>
    </p:spTree>
    <p:extLst>
      <p:ext uri="{BB962C8B-B14F-4D97-AF65-F5344CB8AC3E}">
        <p14:creationId xmlns:p14="http://schemas.microsoft.com/office/powerpoint/2010/main" val="3305589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20</a:t>
            </a:fld>
            <a:endParaRPr lang="ru-RU"/>
          </a:p>
        </p:txBody>
      </p:sp>
    </p:spTree>
    <p:extLst>
      <p:ext uri="{BB962C8B-B14F-4D97-AF65-F5344CB8AC3E}">
        <p14:creationId xmlns:p14="http://schemas.microsoft.com/office/powerpoint/2010/main" val="3543674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21</a:t>
            </a:fld>
            <a:endParaRPr lang="ru-RU"/>
          </a:p>
        </p:txBody>
      </p:sp>
    </p:spTree>
    <p:extLst>
      <p:ext uri="{BB962C8B-B14F-4D97-AF65-F5344CB8AC3E}">
        <p14:creationId xmlns:p14="http://schemas.microsoft.com/office/powerpoint/2010/main" val="1707032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22</a:t>
            </a:fld>
            <a:endParaRPr lang="ru-RU"/>
          </a:p>
        </p:txBody>
      </p:sp>
    </p:spTree>
    <p:extLst>
      <p:ext uri="{BB962C8B-B14F-4D97-AF65-F5344CB8AC3E}">
        <p14:creationId xmlns:p14="http://schemas.microsoft.com/office/powerpoint/2010/main" val="3553048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23</a:t>
            </a:fld>
            <a:endParaRPr lang="ru-RU"/>
          </a:p>
        </p:txBody>
      </p:sp>
    </p:spTree>
    <p:extLst>
      <p:ext uri="{BB962C8B-B14F-4D97-AF65-F5344CB8AC3E}">
        <p14:creationId xmlns:p14="http://schemas.microsoft.com/office/powerpoint/2010/main" val="250749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17EC55E-95C3-41D8-8476-229BB57CA75D}" type="slidenum">
              <a:rPr lang="ru-RU" smtClean="0"/>
              <a:t>24</a:t>
            </a:fld>
            <a:endParaRPr lang="ru-RU"/>
          </a:p>
        </p:txBody>
      </p:sp>
    </p:spTree>
    <p:extLst>
      <p:ext uri="{BB962C8B-B14F-4D97-AF65-F5344CB8AC3E}">
        <p14:creationId xmlns:p14="http://schemas.microsoft.com/office/powerpoint/2010/main" val="265099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4260850"/>
            <a:ext cx="20726400" cy="2940050"/>
          </a:xfrm>
          <a:prstGeom prst="rect">
            <a:avLst/>
          </a:prstGeom>
        </p:spPr>
        <p:txBody>
          <a:bodyPr vert="horz"/>
          <a:lstStyle/>
          <a:p>
            <a:r>
              <a:rPr lang="en-US"/>
              <a:t>Click to edit Master title style</a:t>
            </a:r>
          </a:p>
        </p:txBody>
      </p:sp>
      <p:sp>
        <p:nvSpPr>
          <p:cNvPr id="3" name="Subtitle 2"/>
          <p:cNvSpPr>
            <a:spLocks noGrp="1"/>
          </p:cNvSpPr>
          <p:nvPr>
            <p:ph type="subTitle" idx="1"/>
          </p:nvPr>
        </p:nvSpPr>
        <p:spPr>
          <a:xfrm>
            <a:off x="3657600" y="7772400"/>
            <a:ext cx="17068800" cy="350520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43146275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p>
        </p:txBody>
      </p:sp>
      <p:sp>
        <p:nvSpPr>
          <p:cNvPr id="3" name="Content Placeholder 2"/>
          <p:cNvSpPr>
            <a:spLocks noGrp="1"/>
          </p:cNvSpPr>
          <p:nvPr>
            <p:ph idx="1"/>
          </p:nvPr>
        </p:nvSpPr>
        <p:spPr>
          <a:xfrm>
            <a:off x="1219200" y="3200400"/>
            <a:ext cx="21945600" cy="9051925"/>
          </a:xfrm>
          <a:prstGeom prst="rect">
            <a:avLst/>
          </a:prstGeo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74674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25638" y="8813800"/>
            <a:ext cx="20726400" cy="2724150"/>
          </a:xfrm>
          <a:prstGeom prst="rect">
            <a:avLst/>
          </a:prstGeom>
        </p:spPr>
        <p:txBody>
          <a:bodyPr vert="horz"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925638" y="5813425"/>
            <a:ext cx="20726400" cy="3000375"/>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4707176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p>
        </p:txBody>
      </p:sp>
      <p:sp>
        <p:nvSpPr>
          <p:cNvPr id="3" name="Content Placeholder 2"/>
          <p:cNvSpPr>
            <a:spLocks noGrp="1"/>
          </p:cNvSpPr>
          <p:nvPr>
            <p:ph sz="half" idx="1"/>
          </p:nvPr>
        </p:nvSpPr>
        <p:spPr>
          <a:xfrm>
            <a:off x="1219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268200" y="3200400"/>
            <a:ext cx="10896600" cy="90519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09901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lvl1pPr>
              <a:defRPr/>
            </a:lvl1pPr>
          </a:lstStyle>
          <a:p>
            <a:r>
              <a:rPr lang="en-US"/>
              <a:t>Click to edit Master title style</a:t>
            </a:r>
          </a:p>
        </p:txBody>
      </p:sp>
      <p:sp>
        <p:nvSpPr>
          <p:cNvPr id="3" name="Text Placeholder 2"/>
          <p:cNvSpPr>
            <a:spLocks noGrp="1"/>
          </p:cNvSpPr>
          <p:nvPr>
            <p:ph type="body" idx="1"/>
          </p:nvPr>
        </p:nvSpPr>
        <p:spPr>
          <a:xfrm>
            <a:off x="1219200" y="3070225"/>
            <a:ext cx="10774363"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9200" y="4349750"/>
            <a:ext cx="10774363"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87263" y="3070225"/>
            <a:ext cx="10777537" cy="12795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2387263" y="4349750"/>
            <a:ext cx="10777537" cy="7902575"/>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38303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p>
        </p:txBody>
      </p:sp>
    </p:spTree>
    <p:extLst>
      <p:ext uri="{BB962C8B-B14F-4D97-AF65-F5344CB8AC3E}">
        <p14:creationId xmlns:p14="http://schemas.microsoft.com/office/powerpoint/2010/main" val="9483723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3854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546100"/>
            <a:ext cx="8021638" cy="2324100"/>
          </a:xfrm>
          <a:prstGeom prst="rect">
            <a:avLst/>
          </a:prstGeom>
        </p:spPr>
        <p:txBody>
          <a:bodyPr vert="horz" anchor="b"/>
          <a:lstStyle>
            <a:lvl1pPr algn="l">
              <a:defRPr sz="2000" b="1"/>
            </a:lvl1pPr>
          </a:lstStyle>
          <a:p>
            <a:r>
              <a:rPr lang="en-US"/>
              <a:t>Click to edit Master title style</a:t>
            </a:r>
          </a:p>
        </p:txBody>
      </p:sp>
      <p:sp>
        <p:nvSpPr>
          <p:cNvPr id="3" name="Content Placeholder 2"/>
          <p:cNvSpPr>
            <a:spLocks noGrp="1"/>
          </p:cNvSpPr>
          <p:nvPr>
            <p:ph idx="1"/>
          </p:nvPr>
        </p:nvSpPr>
        <p:spPr>
          <a:xfrm>
            <a:off x="9532938" y="546100"/>
            <a:ext cx="13631862" cy="11706225"/>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19200" y="2870200"/>
            <a:ext cx="8021638" cy="93821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6104534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79963" y="9601200"/>
            <a:ext cx="14630400" cy="1133475"/>
          </a:xfrm>
          <a:prstGeom prst="rect">
            <a:avLst/>
          </a:prstGeom>
        </p:spPr>
        <p:txBody>
          <a:bodyPr vert="horz"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4779963" y="1225550"/>
            <a:ext cx="14630400" cy="8229600"/>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4779963" y="10734675"/>
            <a:ext cx="14630400" cy="160972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826294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19200" y="549275"/>
            <a:ext cx="21945600" cy="2286000"/>
          </a:xfrm>
          <a:prstGeom prst="rect">
            <a:avLst/>
          </a:prstGeom>
        </p:spPr>
        <p:txBody>
          <a:bodyPr vert="horz"/>
          <a:lstStyle/>
          <a:p>
            <a:r>
              <a:rPr lang="en-US"/>
              <a:t>Click to edit Master title style</a:t>
            </a:r>
          </a:p>
        </p:txBody>
      </p:sp>
      <p:sp>
        <p:nvSpPr>
          <p:cNvPr id="3" name="Vertical Text Placeholder 2"/>
          <p:cNvSpPr>
            <a:spLocks noGrp="1"/>
          </p:cNvSpPr>
          <p:nvPr>
            <p:ph type="body" orient="vert" idx="1"/>
          </p:nvPr>
        </p:nvSpPr>
        <p:spPr>
          <a:xfrm>
            <a:off x="1219200" y="3200400"/>
            <a:ext cx="21945600" cy="90519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71937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678400" y="549275"/>
            <a:ext cx="5486400" cy="1170305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549275"/>
            <a:ext cx="16306800" cy="1170305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465907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p:cNvSpPr>
          <p:nvPr/>
        </p:nvSpPr>
        <p:spPr bwMode="auto">
          <a:xfrm>
            <a:off x="-114300" y="-88900"/>
            <a:ext cx="24612600" cy="13843000"/>
          </a:xfrm>
          <a:prstGeom prst="rect">
            <a:avLst/>
          </a:prstGeom>
          <a:solidFill>
            <a:schemeClr val="accent1"/>
          </a:solidFill>
          <a:ln w="25400" cap="flat">
            <a:solidFill>
              <a:schemeClr val="tx1">
                <a:alpha val="0"/>
              </a:schemeClr>
            </a:solidFill>
            <a:prstDash val="solid"/>
            <a:miter lim="800000"/>
            <a:headEnd type="none" w="med" len="med"/>
            <a:tailEnd type="none" w="med" len="med"/>
          </a:ln>
        </p:spPr>
        <p:txBody>
          <a:bodyPr lIns="0" tIns="0" rIns="0" bIns="0"/>
          <a:lstStyle/>
          <a:p>
            <a:endParaRPr lang="en-US"/>
          </a:p>
        </p:txBody>
      </p:sp>
      <p:sp>
        <p:nvSpPr>
          <p:cNvPr id="2050" name="Rectangle 2"/>
          <p:cNvSpPr>
            <a:spLocks/>
          </p:cNvSpPr>
          <p:nvPr/>
        </p:nvSpPr>
        <p:spPr bwMode="auto">
          <a:xfrm>
            <a:off x="-114300" y="-114300"/>
            <a:ext cx="24612600" cy="13893800"/>
          </a:xfrm>
          <a:prstGeom prst="rect">
            <a:avLst/>
          </a:prstGeom>
          <a:solidFill>
            <a:srgbClr val="6878A3">
              <a:alpha val="9999"/>
            </a:srgbClr>
          </a:solidFill>
          <a:ln w="25400" cap="flat">
            <a:solidFill>
              <a:srgbClr val="E6E6E6">
                <a:alpha val="9999"/>
              </a:srgbClr>
            </a:solidFill>
            <a:prstDash val="solid"/>
            <a:miter lim="800000"/>
            <a:headEnd type="none" w="med" len="med"/>
            <a:tailEnd type="none" w="med" len="med"/>
          </a:ln>
        </p:spPr>
        <p:txBody>
          <a:bodyPr lIns="0" tIns="0" rIns="0" bIns="0"/>
          <a:lstStyle/>
          <a:p>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txStyles>
    <p:titleStyle>
      <a:lvl1pPr algn="ctr" rtl="0" fontAlgn="base">
        <a:spcBef>
          <a:spcPct val="0"/>
        </a:spcBef>
        <a:spcAft>
          <a:spcPct val="0"/>
        </a:spcAft>
        <a:defRPr sz="3600">
          <a:solidFill>
            <a:schemeClr val="tx1"/>
          </a:solidFill>
          <a:latin typeface="+mj-lt"/>
          <a:ea typeface="+mj-ea"/>
          <a:cs typeface="+mj-cs"/>
          <a:sym typeface="Roboto Regular" charset="0"/>
        </a:defRPr>
      </a:lvl1pPr>
      <a:lvl2pPr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2pPr>
      <a:lvl3pPr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3pPr>
      <a:lvl4pPr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4pPr>
      <a:lvl5pPr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5pPr>
      <a:lvl6pPr marL="457200"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6pPr>
      <a:lvl7pPr marL="914400"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7pPr>
      <a:lvl8pPr marL="1371600"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8pPr>
      <a:lvl9pPr marL="1828800" algn="ctr" rtl="0" fontAlgn="base">
        <a:spcBef>
          <a:spcPct val="0"/>
        </a:spcBef>
        <a:spcAft>
          <a:spcPct val="0"/>
        </a:spcAft>
        <a:defRPr sz="3600">
          <a:solidFill>
            <a:schemeClr val="tx1"/>
          </a:solidFill>
          <a:latin typeface="Roboto Regular" charset="0"/>
          <a:ea typeface="Heiti SC Light" charset="0"/>
          <a:cs typeface="Heiti SC Light" charset="0"/>
          <a:sym typeface="Roboto Regular" charset="0"/>
        </a:defRPr>
      </a:lvl9pPr>
    </p:titleStyle>
    <p:bodyStyle>
      <a:lvl1pPr algn="ctr" rtl="0" fontAlgn="base">
        <a:spcBef>
          <a:spcPct val="0"/>
        </a:spcBef>
        <a:spcAft>
          <a:spcPct val="0"/>
        </a:spcAft>
        <a:defRPr sz="3600">
          <a:solidFill>
            <a:schemeClr val="tx1"/>
          </a:solidFill>
          <a:latin typeface="+mn-lt"/>
          <a:ea typeface="+mn-ea"/>
          <a:cs typeface="+mn-cs"/>
          <a:sym typeface="Roboto Regular" charset="0"/>
        </a:defRPr>
      </a:lvl1pPr>
      <a:lvl2pPr algn="ctr" rtl="0" fontAlgn="base">
        <a:spcBef>
          <a:spcPct val="0"/>
        </a:spcBef>
        <a:spcAft>
          <a:spcPct val="0"/>
        </a:spcAft>
        <a:defRPr sz="3600">
          <a:solidFill>
            <a:schemeClr val="tx1"/>
          </a:solidFill>
          <a:latin typeface="+mn-lt"/>
          <a:ea typeface="+mn-ea"/>
          <a:cs typeface="+mn-cs"/>
          <a:sym typeface="Roboto Regular" charset="0"/>
        </a:defRPr>
      </a:lvl2pPr>
      <a:lvl3pPr algn="ctr" rtl="0" fontAlgn="base">
        <a:spcBef>
          <a:spcPct val="0"/>
        </a:spcBef>
        <a:spcAft>
          <a:spcPct val="0"/>
        </a:spcAft>
        <a:defRPr sz="3600">
          <a:solidFill>
            <a:schemeClr val="tx1"/>
          </a:solidFill>
          <a:latin typeface="+mn-lt"/>
          <a:ea typeface="+mn-ea"/>
          <a:cs typeface="+mn-cs"/>
          <a:sym typeface="Roboto Regular" charset="0"/>
        </a:defRPr>
      </a:lvl3pPr>
      <a:lvl4pPr algn="ctr" rtl="0" fontAlgn="base">
        <a:spcBef>
          <a:spcPct val="0"/>
        </a:spcBef>
        <a:spcAft>
          <a:spcPct val="0"/>
        </a:spcAft>
        <a:defRPr sz="3600">
          <a:solidFill>
            <a:schemeClr val="tx1"/>
          </a:solidFill>
          <a:latin typeface="+mn-lt"/>
          <a:ea typeface="+mn-ea"/>
          <a:cs typeface="+mn-cs"/>
          <a:sym typeface="Roboto Regular" charset="0"/>
        </a:defRPr>
      </a:lvl4pPr>
      <a:lvl5pPr algn="ctr" rtl="0" fontAlgn="base">
        <a:spcBef>
          <a:spcPct val="0"/>
        </a:spcBef>
        <a:spcAft>
          <a:spcPct val="0"/>
        </a:spcAft>
        <a:defRPr sz="3600">
          <a:solidFill>
            <a:schemeClr val="tx1"/>
          </a:solidFill>
          <a:latin typeface="+mn-lt"/>
          <a:ea typeface="+mn-ea"/>
          <a:cs typeface="+mn-cs"/>
          <a:sym typeface="Roboto Regular" charset="0"/>
        </a:defRPr>
      </a:lvl5pPr>
      <a:lvl6pPr marL="457200" algn="ctr" rtl="0" fontAlgn="base">
        <a:spcBef>
          <a:spcPct val="0"/>
        </a:spcBef>
        <a:spcAft>
          <a:spcPct val="0"/>
        </a:spcAft>
        <a:defRPr sz="3600">
          <a:solidFill>
            <a:schemeClr val="tx1"/>
          </a:solidFill>
          <a:latin typeface="+mn-lt"/>
          <a:ea typeface="+mn-ea"/>
          <a:cs typeface="+mn-cs"/>
          <a:sym typeface="Roboto Regular" charset="0"/>
        </a:defRPr>
      </a:lvl6pPr>
      <a:lvl7pPr marL="914400" algn="ctr" rtl="0" fontAlgn="base">
        <a:spcBef>
          <a:spcPct val="0"/>
        </a:spcBef>
        <a:spcAft>
          <a:spcPct val="0"/>
        </a:spcAft>
        <a:defRPr sz="3600">
          <a:solidFill>
            <a:schemeClr val="tx1"/>
          </a:solidFill>
          <a:latin typeface="+mn-lt"/>
          <a:ea typeface="+mn-ea"/>
          <a:cs typeface="+mn-cs"/>
          <a:sym typeface="Roboto Regular" charset="0"/>
        </a:defRPr>
      </a:lvl7pPr>
      <a:lvl8pPr marL="1371600" algn="ctr" rtl="0" fontAlgn="base">
        <a:spcBef>
          <a:spcPct val="0"/>
        </a:spcBef>
        <a:spcAft>
          <a:spcPct val="0"/>
        </a:spcAft>
        <a:defRPr sz="3600">
          <a:solidFill>
            <a:schemeClr val="tx1"/>
          </a:solidFill>
          <a:latin typeface="+mn-lt"/>
          <a:ea typeface="+mn-ea"/>
          <a:cs typeface="+mn-cs"/>
          <a:sym typeface="Roboto Regular" charset="0"/>
        </a:defRPr>
      </a:lvl8pPr>
      <a:lvl9pPr marL="1828800" algn="ctr" rtl="0" fontAlgn="base">
        <a:spcBef>
          <a:spcPct val="0"/>
        </a:spcBef>
        <a:spcAft>
          <a:spcPct val="0"/>
        </a:spcAft>
        <a:defRPr sz="3600">
          <a:solidFill>
            <a:schemeClr val="tx1"/>
          </a:solidFill>
          <a:latin typeface="+mn-lt"/>
          <a:ea typeface="+mn-ea"/>
          <a:cs typeface="+mn-cs"/>
          <a:sym typeface="Roboto Regular"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0" name="Group 8"/>
          <p:cNvGrpSpPr>
            <a:grpSpLocks/>
          </p:cNvGrpSpPr>
          <p:nvPr/>
        </p:nvGrpSpPr>
        <p:grpSpPr bwMode="auto">
          <a:xfrm>
            <a:off x="1371600" y="3173413"/>
            <a:ext cx="21564600" cy="7354887"/>
            <a:chOff x="2608" y="0"/>
            <a:chExt cx="6690" cy="4632"/>
          </a:xfrm>
        </p:grpSpPr>
        <p:sp>
          <p:nvSpPr>
            <p:cNvPr id="8194" name="Rectangle 2"/>
            <p:cNvSpPr>
              <a:spLocks/>
            </p:cNvSpPr>
            <p:nvPr/>
          </p:nvSpPr>
          <p:spPr bwMode="auto">
            <a:xfrm>
              <a:off x="2610" y="0"/>
              <a:ext cx="6688" cy="2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8800" dirty="0">
                  <a:solidFill>
                    <a:srgbClr val="CDCDCD"/>
                  </a:solidFill>
                  <a:latin typeface="Open Sans Light" charset="0"/>
                  <a:ea typeface="ＭＳ Ｐゴシック" charset="0"/>
                  <a:cs typeface="Open Sans Light" charset="0"/>
                  <a:sym typeface="Open Sans Light" charset="0"/>
                </a:rPr>
                <a:t>История, назначение, функции и виды операционных систем</a:t>
              </a:r>
            </a:p>
          </p:txBody>
        </p:sp>
        <p:sp>
          <p:nvSpPr>
            <p:cNvPr id="8195" name="Rectangle 3"/>
            <p:cNvSpPr>
              <a:spLocks/>
            </p:cNvSpPr>
            <p:nvPr/>
          </p:nvSpPr>
          <p:spPr bwMode="auto">
            <a:xfrm>
              <a:off x="2608" y="3052"/>
              <a:ext cx="6688" cy="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4000" dirty="0">
                  <a:solidFill>
                    <a:srgbClr val="CDCDCD"/>
                  </a:solidFill>
                  <a:latin typeface="Open Sans Light" charset="0"/>
                  <a:ea typeface="ＭＳ Ｐゴシック" charset="0"/>
                  <a:cs typeface="Open Sans Light" charset="0"/>
                  <a:sym typeface="Open Sans Light" charset="0"/>
                </a:rPr>
                <a:t>ОПЕРАЦИОННЫЕ СИСТЕМЫ И СРЕДЫ</a:t>
              </a:r>
            </a:p>
            <a:p>
              <a:pPr algn="l"/>
              <a:r>
                <a:rPr lang="ru-RU" sz="3600" dirty="0">
                  <a:solidFill>
                    <a:srgbClr val="CDCDCD"/>
                  </a:solidFill>
                  <a:latin typeface="Open Sans Light Italic" charset="0"/>
                  <a:ea typeface="ＭＳ Ｐゴシック" charset="0"/>
                  <a:cs typeface="Open Sans Light Italic" charset="0"/>
                  <a:sym typeface="Open Sans Light Italic" charset="0"/>
                </a:rPr>
                <a:t>Преподаватель: Сидиков И.Д.</a:t>
              </a:r>
              <a:endParaRPr lang="en-US" sz="3600" dirty="0">
                <a:solidFill>
                  <a:srgbClr val="CDCDCD"/>
                </a:solidFill>
                <a:latin typeface="Open Sans Light Italic" charset="0"/>
                <a:ea typeface="ＭＳ Ｐゴシック" charset="0"/>
                <a:cs typeface="Open Sans Light Italic" charset="0"/>
                <a:sym typeface="Open Sans Light Italic" charset="0"/>
              </a:endParaRPr>
            </a:p>
          </p:txBody>
        </p:sp>
        <p:grpSp>
          <p:nvGrpSpPr>
            <p:cNvPr id="8199" name="Group 7"/>
            <p:cNvGrpSpPr>
              <a:grpSpLocks/>
            </p:cNvGrpSpPr>
            <p:nvPr/>
          </p:nvGrpSpPr>
          <p:grpSpPr bwMode="auto">
            <a:xfrm>
              <a:off x="2615" y="2800"/>
              <a:ext cx="6184" cy="1832"/>
              <a:chOff x="0" y="0"/>
              <a:chExt cx="6183" cy="1831"/>
            </a:xfrm>
          </p:grpSpPr>
          <p:sp>
            <p:nvSpPr>
              <p:cNvPr id="8197" name="Line 5"/>
              <p:cNvSpPr>
                <a:spLocks noChangeShapeType="1"/>
              </p:cNvSpPr>
              <p:nvPr/>
            </p:nvSpPr>
            <p:spPr bwMode="auto">
              <a:xfrm>
                <a:off x="2" y="0"/>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8198" name="Line 6"/>
              <p:cNvSpPr>
                <a:spLocks noChangeShapeType="1"/>
              </p:cNvSpPr>
              <p:nvPr/>
            </p:nvSpPr>
            <p:spPr bwMode="auto">
              <a:xfrm>
                <a:off x="0" y="1831"/>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grpSp>
      </p:grpSp>
      <p:sp>
        <p:nvSpPr>
          <p:cNvPr id="8201" name="Rectangle 9"/>
          <p:cNvSpPr>
            <a:spLocks/>
          </p:cNvSpPr>
          <p:nvPr/>
        </p:nvSpPr>
        <p:spPr bwMode="auto">
          <a:xfrm>
            <a:off x="22317751"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r>
              <a:rPr lang="ru-RU" sz="2400" dirty="0">
                <a:solidFill>
                  <a:srgbClr val="B3B3B3"/>
                </a:solidFill>
                <a:latin typeface="Open Sans Bold" charset="0"/>
                <a:ea typeface="ＭＳ Ｐゴシック" charset="0"/>
                <a:cs typeface="Open Sans Bold" charset="0"/>
                <a:sym typeface="Open Sans Bold" charset="0"/>
              </a:rPr>
              <a:t>1</a:t>
            </a:r>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423019334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Поколения ОС, так же как и аппаратные средства связаны с достижениями в области создания электронных компонентов: </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ламп (1-е поколение), </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транзисторов (2-е поколение), </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интегральных микросхем (ИС, 3-е поколение), </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больших и сверхбольших интегральных схем (БИС и СБИС, 4-е и 5-е поколения).</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82205779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a:t>
            </a:r>
            <a:r>
              <a:rPr lang="ru-RU" sz="3500" dirty="0">
                <a:solidFill>
                  <a:srgbClr val="00B0F0"/>
                </a:solidFill>
                <a:latin typeface="Open Sans Light" charset="0"/>
                <a:ea typeface="ＭＳ Ｐゴシック" charset="0"/>
                <a:cs typeface="Open Sans Light" charset="0"/>
                <a:sym typeface="Open Sans Light" charset="0"/>
              </a:rPr>
              <a:t>Первое поколение </a:t>
            </a:r>
            <a:r>
              <a:rPr lang="ru-RU" sz="3500" dirty="0">
                <a:solidFill>
                  <a:schemeClr val="bg1"/>
                </a:solidFill>
                <a:latin typeface="Open Sans Light" charset="0"/>
                <a:ea typeface="ＭＳ Ｐゴシック" charset="0"/>
                <a:cs typeface="Open Sans Light" charset="0"/>
                <a:sym typeface="Open Sans Light" charset="0"/>
              </a:rPr>
              <a:t>(1940-е – 50-е гг.). В эти годы ОС отсутствуют. Первые шаги в области разработки электронных вычислительных машин были предприняты в конце Второй мировой войны. В середине 40-х гг. были созданы первые ламповые вычислительные устройства и появился принцип программы, хранящейся в памяти машины (John </a:t>
            </a:r>
            <a:r>
              <a:rPr lang="ru-RU" sz="3500" dirty="0" err="1">
                <a:solidFill>
                  <a:schemeClr val="bg1"/>
                </a:solidFill>
                <a:latin typeface="Open Sans Light" charset="0"/>
                <a:ea typeface="ＭＳ Ｐゴシック" charset="0"/>
                <a:cs typeface="Open Sans Light" charset="0"/>
                <a:sym typeface="Open Sans Light" charset="0"/>
              </a:rPr>
              <a:t>Von</a:t>
            </a:r>
            <a:r>
              <a:rPr lang="ru-RU" sz="3500" dirty="0">
                <a:solidFill>
                  <a:schemeClr val="bg1"/>
                </a:solidFill>
                <a:latin typeface="Open Sans Light" charset="0"/>
                <a:ea typeface="ＭＳ Ｐゴシック" charset="0"/>
                <a:cs typeface="Open Sans Light" charset="0"/>
                <a:sym typeface="Open Sans Light" charset="0"/>
              </a:rPr>
              <a:t> </a:t>
            </a:r>
            <a:r>
              <a:rPr lang="ru-RU" sz="3500" dirty="0" err="1">
                <a:solidFill>
                  <a:schemeClr val="bg1"/>
                </a:solidFill>
                <a:latin typeface="Open Sans Light" charset="0"/>
                <a:ea typeface="ＭＳ Ｐゴシック" charset="0"/>
                <a:cs typeface="Open Sans Light" charset="0"/>
                <a:sym typeface="Open Sans Light" charset="0"/>
              </a:rPr>
              <a:t>Neumann</a:t>
            </a:r>
            <a:r>
              <a:rPr lang="ru-RU" sz="3500" dirty="0">
                <a:solidFill>
                  <a:schemeClr val="bg1"/>
                </a:solidFill>
                <a:latin typeface="Open Sans Light" charset="0"/>
                <a:ea typeface="ＭＳ Ｐゴシック" charset="0"/>
                <a:cs typeface="Open Sans Light" charset="0"/>
                <a:sym typeface="Open Sans Light" charset="0"/>
              </a:rPr>
              <a:t>, июнь 1945 г.). В то время одна и та же группа людей участвовала и в проектировании, эксплуатации и в программировании вычислительной машины. Это была скорее научно-исследовательская работа в области вычислительной техники, а не регулярное использование компьютеров в качестве инструмента решения каких-либо практических задач из других прикладных областей. 	</a:t>
            </a:r>
          </a:p>
          <a:p>
            <a:pPr algn="just"/>
            <a:r>
              <a:rPr lang="ru-RU" sz="3500" dirty="0">
                <a:solidFill>
                  <a:schemeClr val="bg1"/>
                </a:solidFill>
                <a:latin typeface="Open Sans Light" charset="0"/>
                <a:ea typeface="ＭＳ Ｐゴシック" charset="0"/>
                <a:cs typeface="Open Sans Light" charset="0"/>
                <a:sym typeface="Open Sans Light" charset="0"/>
              </a:rPr>
              <a:t>	Программирование осуществлялось исключительно на машинном языке. Об ОС не было и речи, все задачи организации вычислительного процесса решались вручную каждым программистом с пульта управления. За пультом мог находиться только один пользователь. Программа загружалась в память машины в лучшем случае с колоды перфокарт, а обычно с помощью панели переключателей.</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ru-RU" sz="3500" dirty="0">
                <a:solidFill>
                  <a:schemeClr val="bg1"/>
                </a:solidFill>
                <a:latin typeface="Open Sans Light" charset="0"/>
                <a:ea typeface="ＭＳ Ｐゴシック" charset="0"/>
                <a:cs typeface="Open Sans Light" charset="0"/>
                <a:sym typeface="Open Sans Light" charset="0"/>
              </a:rPr>
              <a:t>	Вычислительная система выполняла одновременно только одну операцию (ввод-вывод или собственно вычисления). Отладка программ велась с пульта управления с помощью изучения состояния памяти и регистров машины. В конце этого периода появляется первое системное программное обеспечение: в 1951–1952 гг. возникают прообразы первых компиляторов с символических языков (</a:t>
            </a:r>
            <a:r>
              <a:rPr lang="ru-RU" sz="3500" dirty="0" err="1">
                <a:solidFill>
                  <a:schemeClr val="bg1"/>
                </a:solidFill>
                <a:latin typeface="Open Sans Light" charset="0"/>
                <a:ea typeface="ＭＳ Ｐゴシック" charset="0"/>
                <a:cs typeface="Open Sans Light" charset="0"/>
                <a:sym typeface="Open Sans Light" charset="0"/>
              </a:rPr>
              <a:t>Fortran</a:t>
            </a:r>
            <a:r>
              <a:rPr lang="ru-RU" sz="3500" dirty="0">
                <a:solidFill>
                  <a:schemeClr val="bg1"/>
                </a:solidFill>
                <a:latin typeface="Open Sans Light" charset="0"/>
                <a:ea typeface="ＭＳ Ｐゴシック" charset="0"/>
                <a:cs typeface="Open Sans Light" charset="0"/>
                <a:sym typeface="Open Sans Light" charset="0"/>
              </a:rPr>
              <a:t> и др.), а в 1954 г. </a:t>
            </a:r>
            <a:r>
              <a:rPr lang="ru-RU" sz="3500" dirty="0" err="1">
                <a:solidFill>
                  <a:schemeClr val="bg1"/>
                </a:solidFill>
                <a:latin typeface="Open Sans Light" charset="0"/>
                <a:ea typeface="ＭＳ Ｐゴシック" charset="0"/>
                <a:cs typeface="Open Sans Light" charset="0"/>
                <a:sym typeface="Open Sans Light" charset="0"/>
              </a:rPr>
              <a:t>Nat</a:t>
            </a:r>
            <a:r>
              <a:rPr lang="ru-RU" sz="3500" dirty="0">
                <a:solidFill>
                  <a:schemeClr val="bg1"/>
                </a:solidFill>
                <a:latin typeface="Open Sans Light" charset="0"/>
                <a:ea typeface="ＭＳ Ｐゴシック" charset="0"/>
                <a:cs typeface="Open Sans Light" charset="0"/>
                <a:sym typeface="Open Sans Light" charset="0"/>
              </a:rPr>
              <a:t> </a:t>
            </a:r>
            <a:r>
              <a:rPr lang="ru-RU" sz="3500" dirty="0" err="1">
                <a:solidFill>
                  <a:schemeClr val="bg1"/>
                </a:solidFill>
                <a:latin typeface="Open Sans Light" charset="0"/>
                <a:ea typeface="ＭＳ Ｐゴシック" charset="0"/>
                <a:cs typeface="Open Sans Light" charset="0"/>
                <a:sym typeface="Open Sans Light" charset="0"/>
              </a:rPr>
              <a:t>Rochester</a:t>
            </a:r>
            <a:r>
              <a:rPr lang="ru-RU" sz="3500" dirty="0">
                <a:solidFill>
                  <a:schemeClr val="bg1"/>
                </a:solidFill>
                <a:latin typeface="Open Sans Light" charset="0"/>
                <a:ea typeface="ＭＳ Ｐゴシック" charset="0"/>
                <a:cs typeface="Open Sans Light" charset="0"/>
                <a:sym typeface="Open Sans Light" charset="0"/>
              </a:rPr>
              <a:t> разрабатывает Ассемблер для IBM-701.</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1144568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a:t>
            </a:r>
            <a:r>
              <a:rPr lang="ru-RU" sz="3500" dirty="0">
                <a:solidFill>
                  <a:srgbClr val="00B0F0"/>
                </a:solidFill>
                <a:latin typeface="Open Sans Light" charset="0"/>
                <a:ea typeface="ＭＳ Ｐゴシック" charset="0"/>
                <a:cs typeface="Open Sans Light" charset="0"/>
                <a:sym typeface="Open Sans Light" charset="0"/>
              </a:rPr>
              <a:t>Второе поколение </a:t>
            </a:r>
            <a:r>
              <a:rPr lang="ru-RU" sz="3500" dirty="0">
                <a:solidFill>
                  <a:schemeClr val="bg1"/>
                </a:solidFill>
                <a:latin typeface="Open Sans Light" charset="0"/>
                <a:ea typeface="ＭＳ Ｐゴシック" charset="0"/>
                <a:cs typeface="Open Sans Light" charset="0"/>
                <a:sym typeface="Open Sans Light" charset="0"/>
              </a:rPr>
              <a:t>(1950-е – 60-е гг.). С середины 50-х гг. начался следующий период в эволюции вычислительной техники, связанный с появлением новой технической базы – полупроводниковых элементов. Применение транзисторов вместо часто перегоравших электронных ламп привело к повышению надежности компьютеров. Теперь машины непрерывно могут работать достаточно долго, чтобы на них можно было возложить выполнение практически важных задач. Снижается потребление вычислительными машинами электроэнергии, совершенствуются системы охлаждения. Размеры компьютеров уменьшились. Снизилась стоимость эксплуатации и обслуживания вычислительной техники. Началось использование ЭВМ коммерческими фирмами. Одновременно наблюдается бурное развитие алгоритмических языков (LISP, COBOL, ALGOL-60, PL-1 и т.д.). 	Появляются первые настоящие компиляторы, редакторы связей, библиотеки математических и служебных подпрограмм. Упрощается процесс программирования. Пропадает необходимость взваливать на одних и тех же людей весь процесс разработки и использования компьютеров. Именно в этот период происходит разделение персонала на программистов и операторов, специалистов по эксплуатации и разработчиков вычислительных машин.</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21659827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Изменяется процесс отладки программ. Теперь пользователь приносит программу с входными данными в виде колоды перфокарт и указывает необходимые ресурсы. Такая колода получает название задания. Оператор загружает задание в память машины и запускает его на исполнение. Полученные выходные данные печатаются на принтере, и пользователь получает их обратно через некоторое (довольно продолжительное) время.</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Появляются первые системы пакетной обработки, которые просто автоматизируют запуск одной программы из пакета за другой и тем самым увеличивают коэффициент загрузки процессора. При реализации систем пакетной обработки был разработан формализованный язык управления заданиями, с помощью которого программист сообщал системе и оператору, какую работу он хочет выполнить на вычислительной машине. Системы пакетной обработки стали прообразом современных ОС, они были первыми системными программами, предназначенными для управления вычислительным процессом.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04488982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Следует отметить основные недостатки, присущие вычислительным системам второго поколения:</a:t>
            </a:r>
            <a:endParaRPr lang="en-US" sz="3500" dirty="0">
              <a:solidFill>
                <a:schemeClr val="bg1"/>
              </a:solidFill>
              <a:latin typeface="Open Sans Light" charset="0"/>
              <a:ea typeface="ＭＳ Ｐゴシック" charset="0"/>
              <a:cs typeface="Open Sans Light" charset="0"/>
              <a:sym typeface="Open Sans Light" charset="0"/>
            </a:endParaRPr>
          </a:p>
          <a:p>
            <a:pPr algn="just"/>
            <a:endParaRPr lang="en-US" sz="3500" dirty="0">
              <a:solidFill>
                <a:schemeClr val="bg1"/>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Использование части машинного времени (времени процессора) на выполнение системной управляющей программы.</a:t>
            </a: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Программа, получившая доступ к процессору, обслуживается до ее завершения. При этом, если возникает потребность в передаче данных между внешними устройствами и памятью, то процессор простаивает, ожидая завершения операции обмена. С другой стороны, при работе процессора простаивают внешние устройства. Для персонального компьютера проявление фактора простоя процессора не столь существенно, так как стоимость его не велика, чего не скажешь о больших и дорогих ЭВМ.</a:t>
            </a:r>
            <a:endParaRPr lang="en-US" sz="3500" dirty="0">
              <a:solidFill>
                <a:schemeClr val="bg1"/>
              </a:solidFill>
              <a:latin typeface="Open Sans Light" charset="0"/>
              <a:ea typeface="ＭＳ Ｐゴシック" charset="0"/>
              <a:cs typeface="Open Sans Light" charset="0"/>
              <a:sym typeface="Open Sans Light" charset="0"/>
            </a:endParaRPr>
          </a:p>
          <a:p>
            <a:pPr algn="just"/>
            <a:endParaRPr lang="ru-RU" sz="3500" dirty="0">
              <a:solidFill>
                <a:schemeClr val="bg1"/>
              </a:solidFill>
              <a:latin typeface="Open Sans Light" charset="0"/>
              <a:ea typeface="ＭＳ Ｐゴシック" charset="0"/>
              <a:cs typeface="Open Sans Light" charset="0"/>
              <a:sym typeface="Open Sans Light" charset="0"/>
            </a:endParaRP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6</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55942596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rgbClr val="00B0F0"/>
                </a:solidFill>
                <a:latin typeface="Open Sans Light" charset="0"/>
                <a:ea typeface="ＭＳ Ｐゴシック" charset="0"/>
                <a:cs typeface="Open Sans Light" charset="0"/>
                <a:sym typeface="Open Sans Light" charset="0"/>
              </a:rPr>
              <a:t>	</a:t>
            </a:r>
            <a:r>
              <a:rPr lang="ru-RU" sz="3500" dirty="0">
                <a:solidFill>
                  <a:srgbClr val="00B0F0"/>
                </a:solidFill>
                <a:latin typeface="Open Sans Light" charset="0"/>
                <a:ea typeface="ＭＳ Ｐゴシック" charset="0"/>
                <a:cs typeface="Open Sans Light" charset="0"/>
                <a:sym typeface="Open Sans Light" charset="0"/>
              </a:rPr>
              <a:t>Третий период </a:t>
            </a:r>
            <a:r>
              <a:rPr lang="ru-RU" sz="3500" dirty="0">
                <a:solidFill>
                  <a:schemeClr val="bg1"/>
                </a:solidFill>
                <a:latin typeface="Open Sans Light" charset="0"/>
                <a:ea typeface="ＭＳ Ｐゴシック" charset="0"/>
                <a:cs typeface="Open Sans Light" charset="0"/>
                <a:sym typeface="Open Sans Light" charset="0"/>
              </a:rPr>
              <a:t>развития вычислительных машин относится к началу 1960 – 70 гг. В это время в технической базе произошел переход от отдельных полупроводниковых элементов типа транзисторов к интегральным микросхемам. Вычислительная техника становится более надежной и дешевой. Растет сложность и количество задач, решаемых компьютерами. Повышается производительность процессоров.</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Повышению эффективности использования процессорного времени мешает низкая скорость работы механических устройств ввода-вывода. Вместо непосредственного чтения пакета заданий с перфокарт в память начинают использовать его предварительную запись, сначала на магнитную ленту, а затем и на диск. Когда в процессе выполнения задания требуется ввод данных, они читаются с диска. Точно так же выходная информация сначала копируется в системный буфер и записывается на ленту или диск, а печатается только после завершения задания. Вначале действительные операции ввода-вывода осуществлялись в режиме </a:t>
            </a:r>
            <a:r>
              <a:rPr lang="ru-RU" sz="3500" dirty="0" err="1">
                <a:solidFill>
                  <a:schemeClr val="bg1"/>
                </a:solidFill>
                <a:latin typeface="Open Sans Light" charset="0"/>
                <a:ea typeface="ＭＳ Ｐゴシック" charset="0"/>
                <a:cs typeface="Open Sans Light" charset="0"/>
                <a:sym typeface="Open Sans Light" charset="0"/>
              </a:rPr>
              <a:t>off-line</a:t>
            </a:r>
            <a:r>
              <a:rPr lang="ru-RU" sz="3500" dirty="0">
                <a:solidFill>
                  <a:schemeClr val="bg1"/>
                </a:solidFill>
                <a:latin typeface="Open Sans Light" charset="0"/>
                <a:ea typeface="ＭＳ Ｐゴシック" charset="0"/>
                <a:cs typeface="Open Sans Light" charset="0"/>
                <a:sym typeface="Open Sans Light" charset="0"/>
              </a:rPr>
              <a:t>, т.е. с использованием других, более простых, отдельно стоящих компьютеров. В дальнейшем они начинают выполняться на том же компьютере, который производит вычисления (уже в режиме </a:t>
            </a:r>
            <a:r>
              <a:rPr lang="ru-RU" sz="3500" dirty="0" err="1">
                <a:solidFill>
                  <a:schemeClr val="bg1"/>
                </a:solidFill>
                <a:latin typeface="Open Sans Light" charset="0"/>
                <a:ea typeface="ＭＳ Ｐゴシック" charset="0"/>
                <a:cs typeface="Open Sans Light" charset="0"/>
                <a:sym typeface="Open Sans Light" charset="0"/>
              </a:rPr>
              <a:t>on-line</a:t>
            </a:r>
            <a:r>
              <a:rPr lang="ru-RU" sz="3500" dirty="0">
                <a:solidFill>
                  <a:schemeClr val="bg1"/>
                </a:solidFill>
                <a:latin typeface="Open Sans Light" charset="0"/>
                <a:ea typeface="ＭＳ Ｐゴシック" charset="0"/>
                <a:cs typeface="Open Sans Light" charset="0"/>
                <a:sym typeface="Open Sans Light" charset="0"/>
              </a:rPr>
              <a:t>). Такой прием получает название </a:t>
            </a:r>
            <a:r>
              <a:rPr lang="ru-RU" sz="3500" dirty="0" err="1">
                <a:solidFill>
                  <a:schemeClr val="bg1"/>
                </a:solidFill>
                <a:latin typeface="Open Sans Light" charset="0"/>
                <a:ea typeface="ＭＳ Ｐゴシック" charset="0"/>
                <a:cs typeface="Open Sans Light" charset="0"/>
                <a:sym typeface="Open Sans Light" charset="0"/>
              </a:rPr>
              <a:t>spooling</a:t>
            </a:r>
            <a:r>
              <a:rPr lang="ru-RU" sz="3500" dirty="0">
                <a:solidFill>
                  <a:schemeClr val="bg1"/>
                </a:solidFill>
                <a:latin typeface="Open Sans Light" charset="0"/>
                <a:ea typeface="ＭＳ Ｐゴシック" charset="0"/>
                <a:cs typeface="Open Sans Light" charset="0"/>
                <a:sym typeface="Open Sans Light" charset="0"/>
              </a:rPr>
              <a:t> (сокращение от </a:t>
            </a:r>
            <a:r>
              <a:rPr lang="ru-RU" sz="3500" dirty="0" err="1">
                <a:solidFill>
                  <a:schemeClr val="bg1"/>
                </a:solidFill>
                <a:latin typeface="Open Sans Light" charset="0"/>
                <a:ea typeface="ＭＳ Ｐゴシック" charset="0"/>
                <a:cs typeface="Open Sans Light" charset="0"/>
                <a:sym typeface="Open Sans Light" charset="0"/>
              </a:rPr>
              <a:t>Simultaneous</a:t>
            </a:r>
            <a:r>
              <a:rPr lang="ru-RU" sz="3500" dirty="0">
                <a:solidFill>
                  <a:schemeClr val="bg1"/>
                </a:solidFill>
                <a:latin typeface="Open Sans Light" charset="0"/>
                <a:ea typeface="ＭＳ Ｐゴシック" charset="0"/>
                <a:cs typeface="Open Sans Light" charset="0"/>
                <a:sym typeface="Open Sans Light" charset="0"/>
              </a:rPr>
              <a:t> </a:t>
            </a:r>
            <a:r>
              <a:rPr lang="ru-RU" sz="3500" dirty="0" err="1">
                <a:solidFill>
                  <a:schemeClr val="bg1"/>
                </a:solidFill>
                <a:latin typeface="Open Sans Light" charset="0"/>
                <a:ea typeface="ＭＳ Ｐゴシック" charset="0"/>
                <a:cs typeface="Open Sans Light" charset="0"/>
                <a:sym typeface="Open Sans Light" charset="0"/>
              </a:rPr>
              <a:t>Peripheral</a:t>
            </a:r>
            <a:r>
              <a:rPr lang="ru-RU" sz="3500" dirty="0">
                <a:solidFill>
                  <a:schemeClr val="bg1"/>
                </a:solidFill>
                <a:latin typeface="Open Sans Light" charset="0"/>
                <a:ea typeface="ＭＳ Ｐゴシック" charset="0"/>
                <a:cs typeface="Open Sans Light" charset="0"/>
                <a:sym typeface="Open Sans Light" charset="0"/>
              </a:rPr>
              <a:t> </a:t>
            </a:r>
            <a:r>
              <a:rPr lang="ru-RU" sz="3500" dirty="0" err="1">
                <a:solidFill>
                  <a:schemeClr val="bg1"/>
                </a:solidFill>
                <a:latin typeface="Open Sans Light" charset="0"/>
                <a:ea typeface="ＭＳ Ｐゴシック" charset="0"/>
                <a:cs typeface="Open Sans Light" charset="0"/>
                <a:sym typeface="Open Sans Light" charset="0"/>
              </a:rPr>
              <a:t>Operation</a:t>
            </a:r>
            <a:r>
              <a:rPr lang="ru-RU" sz="3500" dirty="0">
                <a:solidFill>
                  <a:schemeClr val="bg1"/>
                </a:solidFill>
                <a:latin typeface="Open Sans Light" charset="0"/>
                <a:ea typeface="ＭＳ Ｐゴシック" charset="0"/>
                <a:cs typeface="Open Sans Light" charset="0"/>
                <a:sym typeface="Open Sans Light" charset="0"/>
              </a:rPr>
              <a:t> On Line) или подкачки-откачки данных. </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7</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91870668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Введение техники подкачки-откачки в пакетные системы позволило совместить реальные операции ввода-вывода (в основном – печати) одного задания с выполнением другого задания, но, в то же время потребовало разработки аппарата прерываний для извещения процессора об окончании этих операций.</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Магнитные ленты были устройствами последовательного доступа (информация считывалась с них в том порядке, в каком была записана). Появление магнитного диска, для которого не важен порядок чтения информации (устройства прямого доступа), привело к дальнейшему развитию вычислительных систем. При обработке пакета заданий на магнитной ленте очередность запуска заданий определялась порядком их ввода. При обработке пакета заданий на магнитном диске появилась возможность выбора очередного выполняемого задания. Пакетные системы начинают заниматься планированием заданий: в зависимости от наличия запрошенных ресурсов, срочности вычислений и т.д. на выполнение выбирается то или иное задание.</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2067163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Дальнейшее повышение эффективности использования процессора было достигнуто с помощью мультипрограммирования. Идея мультипрограммирования заключается в следующем: пока одна программа выполняет операцию ввода-вывода, процессор не простаивает, как это происходило при однопрограммном режиме, а выполняет другую программу. Когда операция ввода-вывода заканчивается, процессор возвращается к выполнению первой программы. При этом каждая программа загружается в свой участок оперативной памяти, называемый разделом, и не должна влиять на выполнение другой программы.</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Появление мультипрограммирования требует настоящей революции в строении вычислительной системы. Особую роль здесь играет аппаратная поддержка (многие аппаратные новшества появились еще на предыдущем этапе эволюции)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9</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32307393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rgbClr val="00B0F0"/>
                </a:solidFill>
                <a:latin typeface="Open Sans Light" charset="0"/>
                <a:ea typeface="ＭＳ Ｐゴシック" charset="0"/>
                <a:cs typeface="Open Sans Light" charset="0"/>
                <a:sym typeface="Open Sans Light" charset="0"/>
              </a:rPr>
              <a:t>Реализация защитных механизмов. </a:t>
            </a:r>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Программы не должны иметь самостоятельного доступа к распределению ресурсов, что приводит к появлению привилегированных и непривилегированных команд. Привилегированные команды, например команды ввода-вывода, могут исполняться только операционной системой. Говорят, что она работает в привилегированном режиме. Переход управления от прикладной программы к ОС сопровождается контролируемой сменой режима. Кроме того, это защита памяти, позволяющая изолировать конкурирующие пользовательские программы друг от друга, а ОС – от программ пользователей.</a:t>
            </a:r>
            <a:endParaRPr lang="en-US" sz="3500" dirty="0">
              <a:solidFill>
                <a:schemeClr val="bg1"/>
              </a:solidFill>
              <a:latin typeface="Open Sans Light" charset="0"/>
              <a:ea typeface="ＭＳ Ｐゴシック" charset="0"/>
              <a:cs typeface="Open Sans Light" charset="0"/>
              <a:sym typeface="Open Sans Light" charset="0"/>
            </a:endParaRPr>
          </a:p>
          <a:p>
            <a:pPr algn="just"/>
            <a:endParaRPr lang="en-US" sz="3500" dirty="0">
              <a:solidFill>
                <a:schemeClr val="bg1"/>
              </a:solidFill>
              <a:latin typeface="Open Sans Light" charset="0"/>
              <a:ea typeface="ＭＳ Ｐゴシック" charset="0"/>
              <a:cs typeface="Open Sans Light" charset="0"/>
              <a:sym typeface="Open Sans Light" charset="0"/>
            </a:endParaRPr>
          </a:p>
          <a:p>
            <a:pPr algn="just"/>
            <a:r>
              <a:rPr lang="ru-RU" sz="3500" dirty="0">
                <a:solidFill>
                  <a:srgbClr val="00B0F0"/>
                </a:solidFill>
                <a:latin typeface="Open Sans Light" charset="0"/>
                <a:ea typeface="ＭＳ Ｐゴシック" charset="0"/>
                <a:cs typeface="Open Sans Light" charset="0"/>
                <a:sym typeface="Open Sans Light" charset="0"/>
              </a:rPr>
              <a:t>Наличие прерываний. </a:t>
            </a:r>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Внешние прерывания оповещают ОС о том, что произошло асинхронное событие, например завершилась операция ввода-вывода. Внутренние прерывания (сейчас их принято называть исключительными ситуациями) возникают, когда выполнение программы привело к ситуации, требующей вмешательства ОС, например деление на ноль или попытка нарушения защиты.</a:t>
            </a:r>
            <a:endParaRPr lang="en-US" sz="3500" dirty="0">
              <a:solidFill>
                <a:schemeClr val="bg1"/>
              </a:solidFill>
              <a:latin typeface="Open Sans Light" charset="0"/>
              <a:ea typeface="ＭＳ Ｐゴシック" charset="0"/>
              <a:cs typeface="Open Sans Light" charset="0"/>
              <a:sym typeface="Open Sans Light" charset="0"/>
            </a:endParaRPr>
          </a:p>
          <a:p>
            <a:pPr algn="just"/>
            <a:endParaRPr lang="en-US" sz="3500" dirty="0">
              <a:solidFill>
                <a:schemeClr val="bg1"/>
              </a:solidFill>
              <a:latin typeface="Open Sans Light" charset="0"/>
              <a:ea typeface="ＭＳ Ｐゴシック" charset="0"/>
              <a:cs typeface="Open Sans Light" charset="0"/>
              <a:sym typeface="Open Sans Light" charset="0"/>
            </a:endParaRPr>
          </a:p>
          <a:p>
            <a:pPr algn="just"/>
            <a:r>
              <a:rPr lang="ru-RU" sz="3500" dirty="0">
                <a:solidFill>
                  <a:srgbClr val="00B0F0"/>
                </a:solidFill>
                <a:latin typeface="Open Sans Light" charset="0"/>
                <a:ea typeface="ＭＳ Ｐゴシック" charset="0"/>
                <a:cs typeface="Open Sans Light" charset="0"/>
                <a:sym typeface="Open Sans Light" charset="0"/>
              </a:rPr>
              <a:t>Развитие параллелизма в архитектуре. </a:t>
            </a:r>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Прямой доступ к памяти и организация каналов ввода-вывода позволили освободить центральный процессор от рутинных операций.</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60736994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Не менее важна в организации мультипрограммирования роль собственно ОС. Она отвечает за следующие операции:</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Организация интерфейса между прикладной программой и ОС при помощи системных вызовов</a:t>
            </a:r>
            <a:r>
              <a:rPr lang="en-US" sz="3500" dirty="0">
                <a:solidFill>
                  <a:schemeClr val="accent3"/>
                </a:solidFill>
                <a:latin typeface="Open Sans Light" charset="0"/>
                <a:ea typeface="ＭＳ Ｐゴシック" charset="0"/>
                <a:cs typeface="Open Sans Light" charset="0"/>
                <a:sym typeface="Open Sans Light" charset="0"/>
              </a:rPr>
              <a:t>;</a:t>
            </a:r>
            <a:endParaRPr lang="ru-RU"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Организация очереди из заданий в памяти и выделение процессора одному из заданий потребовало планирования использования процессора</a:t>
            </a:r>
            <a:r>
              <a:rPr lang="en-US" sz="3500" dirty="0">
                <a:solidFill>
                  <a:schemeClr val="accent3"/>
                </a:solidFill>
                <a:latin typeface="Open Sans Light" charset="0"/>
                <a:ea typeface="ＭＳ Ｐゴシック" charset="0"/>
                <a:cs typeface="Open Sans Light" charset="0"/>
                <a:sym typeface="Open Sans Light" charset="0"/>
              </a:rPr>
              <a:t>;</a:t>
            </a:r>
            <a:endParaRPr lang="ru-RU"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Переключение с одного задания на другое требует сохранения содержимого регистров и структур данных, необходимых для выполнения задания, иначе говоря, контекста для обеспечения правильного продолжения вычислений</a:t>
            </a:r>
            <a:r>
              <a:rPr lang="en-US" sz="3500" dirty="0">
                <a:solidFill>
                  <a:schemeClr val="accent3"/>
                </a:solidFill>
                <a:latin typeface="Open Sans Light" charset="0"/>
                <a:ea typeface="ＭＳ Ｐゴシック" charset="0"/>
                <a:cs typeface="Open Sans Light" charset="0"/>
                <a:sym typeface="Open Sans Light" charset="0"/>
              </a:rPr>
              <a:t>;</a:t>
            </a:r>
            <a:endParaRPr lang="ru-RU"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Поскольку память является ограниченным ресурсом, нужны стратегии управления памятью, то есть требуется упорядочить процессы размещения, замещения и выборки информации из памяти.</a:t>
            </a:r>
            <a:endParaRPr lang="en-US"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Организация хранения информации на внешних носителях в виде файлов и обеспечение доступа к конкретному файлу только определенным категориям пользователей</a:t>
            </a:r>
            <a:r>
              <a:rPr lang="en-US" sz="3500" dirty="0">
                <a:solidFill>
                  <a:schemeClr val="accent3"/>
                </a:solidFill>
                <a:latin typeface="Open Sans Light" charset="0"/>
                <a:ea typeface="ＭＳ Ｐゴシック" charset="0"/>
                <a:cs typeface="Open Sans Light" charset="0"/>
                <a:sym typeface="Open Sans Light" charset="0"/>
              </a:rPr>
              <a:t>;</a:t>
            </a:r>
            <a:endParaRPr lang="ru-RU" sz="3500" dirty="0">
              <a:solidFill>
                <a:schemeClr val="accent3"/>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Поскольку программам может потребоваться произвести санкционированный обмен данными, необходимо их обеспечить средствами коммуникации</a:t>
            </a:r>
            <a:r>
              <a:rPr lang="en-US" sz="3500" dirty="0">
                <a:solidFill>
                  <a:schemeClr val="accent3"/>
                </a:solidFill>
                <a:latin typeface="Open Sans Light" charset="0"/>
                <a:ea typeface="ＭＳ Ｐゴシック" charset="0"/>
                <a:cs typeface="Open Sans Light" charset="0"/>
                <a:sym typeface="Open Sans Light" charset="0"/>
              </a:rPr>
              <a:t>;</a:t>
            </a:r>
          </a:p>
          <a:p>
            <a:pPr marL="514350" indent="-514350" algn="just">
              <a:buFont typeface="+mj-lt"/>
              <a:buAutoNum type="arabicPeriod"/>
            </a:pPr>
            <a:r>
              <a:rPr lang="ru-RU" sz="3500" dirty="0">
                <a:solidFill>
                  <a:schemeClr val="accent3"/>
                </a:solidFill>
                <a:latin typeface="Open Sans Light" charset="0"/>
                <a:ea typeface="ＭＳ Ｐゴシック" charset="0"/>
                <a:cs typeface="Open Sans Light" charset="0"/>
                <a:sym typeface="Open Sans Light" charset="0"/>
              </a:rPr>
              <a:t>Для корректного обмена данными необходимо разрешать конфликтные ситуации, возникающие при работе с различными ресурсами и предусмотреть координацию программами своих действий, т.е. снабдить систему средствами синхронизации.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88774333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rgbClr val="00B0F0"/>
                </a:solidFill>
                <a:latin typeface="Open Sans Light" charset="0"/>
                <a:ea typeface="ＭＳ Ｐゴシック" charset="0"/>
                <a:cs typeface="Open Sans Light" charset="0"/>
                <a:sym typeface="Open Sans Light" charset="0"/>
              </a:rPr>
              <a:t>ОС четвертого поколения </a:t>
            </a:r>
            <a:r>
              <a:rPr lang="ru-RU" sz="3500" dirty="0">
                <a:solidFill>
                  <a:schemeClr val="accent3"/>
                </a:solidFill>
                <a:latin typeface="Open Sans Light" charset="0"/>
                <a:ea typeface="ＭＳ Ｐゴシック" charset="0"/>
                <a:cs typeface="Open Sans Light" charset="0"/>
                <a:sym typeface="Open Sans Light" charset="0"/>
              </a:rPr>
              <a:t>(1970-80-е гг.) были многорежимными системами, обеспечивающими пакетную обработку, разделение времени, режим реального времени и мультипроцессорный режим. Они были громоздкими, дорогостоящими («монстры» операционных систем). Такие ОС, будучи прослойкой, между пользователем и аппаратурой ЭВМ, привели к значительному усложнению вычислительной обстановки. </a:t>
            </a:r>
            <a:endParaRPr lang="en-US"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Для выполнения простейшей программы необходимо было изучать сложные языки управления заданием (</a:t>
            </a:r>
            <a:r>
              <a:rPr lang="ru-RU" sz="3500" dirty="0" err="1">
                <a:solidFill>
                  <a:schemeClr val="accent3"/>
                </a:solidFill>
                <a:latin typeface="Open Sans Light" charset="0"/>
                <a:ea typeface="ＭＳ Ｐゴシック" charset="0"/>
                <a:cs typeface="Open Sans Light" charset="0"/>
                <a:sym typeface="Open Sans Light" charset="0"/>
              </a:rPr>
              <a:t>Job</a:t>
            </a:r>
            <a:r>
              <a:rPr lang="ru-RU" sz="3500" dirty="0">
                <a:solidFill>
                  <a:schemeClr val="accent3"/>
                </a:solidFill>
                <a:latin typeface="Open Sans Light" charset="0"/>
                <a:ea typeface="ＭＳ Ｐゴシック" charset="0"/>
                <a:cs typeface="Open Sans Light" charset="0"/>
                <a:sym typeface="Open Sans Light" charset="0"/>
              </a:rPr>
              <a:t> Control Language – JCL). К этому периоду относится появление вытесняющей многозадачности (</a:t>
            </a:r>
            <a:r>
              <a:rPr lang="ru-RU" sz="3500" dirty="0" err="1">
                <a:solidFill>
                  <a:schemeClr val="accent3"/>
                </a:solidFill>
                <a:latin typeface="Open Sans Light" charset="0"/>
                <a:ea typeface="ＭＳ Ｐゴシック" charset="0"/>
                <a:cs typeface="Open Sans Light" charset="0"/>
                <a:sym typeface="Open Sans Light" charset="0"/>
              </a:rPr>
              <a:t>Preemptive</a:t>
            </a:r>
            <a:r>
              <a:rPr lang="ru-RU" sz="3500" dirty="0">
                <a:solidFill>
                  <a:schemeClr val="accent3"/>
                </a:solidFill>
                <a:latin typeface="Open Sans Light" charset="0"/>
                <a:ea typeface="ＭＳ Ｐゴシック" charset="0"/>
                <a:cs typeface="Open Sans Light" charset="0"/>
                <a:sym typeface="Open Sans Light" charset="0"/>
              </a:rPr>
              <a:t> </a:t>
            </a:r>
            <a:r>
              <a:rPr lang="ru-RU" sz="3500" dirty="0" err="1">
                <a:solidFill>
                  <a:schemeClr val="accent3"/>
                </a:solidFill>
                <a:latin typeface="Open Sans Light" charset="0"/>
                <a:ea typeface="ＭＳ Ｐゴシック" charset="0"/>
                <a:cs typeface="Open Sans Light" charset="0"/>
                <a:sym typeface="Open Sans Light" charset="0"/>
              </a:rPr>
              <a:t>scheduling</a:t>
            </a:r>
            <a:r>
              <a:rPr lang="ru-RU" sz="3500" dirty="0">
                <a:solidFill>
                  <a:schemeClr val="accent3"/>
                </a:solidFill>
                <a:latin typeface="Open Sans Light" charset="0"/>
                <a:ea typeface="ＭＳ Ｐゴシック" charset="0"/>
                <a:cs typeface="Open Sans Light" charset="0"/>
                <a:sym typeface="Open Sans Light" charset="0"/>
              </a:rPr>
              <a:t>) и использование концепции баз данных для хранения больших объемов информации для организации распределенной обработки. Программисты перестали использовать перфокарты и магнитные ленты для хранения своих данных. Вводится приоритетное планирование (</a:t>
            </a:r>
            <a:r>
              <a:rPr lang="ru-RU" sz="3500" dirty="0" err="1">
                <a:solidFill>
                  <a:schemeClr val="accent3"/>
                </a:solidFill>
                <a:latin typeface="Open Sans Light" charset="0"/>
                <a:ea typeface="ＭＳ Ｐゴシック" charset="0"/>
                <a:cs typeface="Open Sans Light" charset="0"/>
                <a:sym typeface="Open Sans Light" charset="0"/>
              </a:rPr>
              <a:t>Prioritized</a:t>
            </a:r>
            <a:r>
              <a:rPr lang="ru-RU" sz="3500" dirty="0">
                <a:solidFill>
                  <a:schemeClr val="accent3"/>
                </a:solidFill>
                <a:latin typeface="Open Sans Light" charset="0"/>
                <a:ea typeface="ＭＳ Ｐゴシック" charset="0"/>
                <a:cs typeface="Open Sans Light" charset="0"/>
                <a:sym typeface="Open Sans Light" charset="0"/>
              </a:rPr>
              <a:t> </a:t>
            </a:r>
            <a:r>
              <a:rPr lang="ru-RU" sz="3500" dirty="0" err="1">
                <a:solidFill>
                  <a:schemeClr val="accent3"/>
                </a:solidFill>
                <a:latin typeface="Open Sans Light" charset="0"/>
                <a:ea typeface="ＭＳ Ｐゴシック" charset="0"/>
                <a:cs typeface="Open Sans Light" charset="0"/>
                <a:sym typeface="Open Sans Light" charset="0"/>
              </a:rPr>
              <a:t>scheduling</a:t>
            </a:r>
            <a:r>
              <a:rPr lang="ru-RU" sz="3500" dirty="0">
                <a:solidFill>
                  <a:schemeClr val="accent3"/>
                </a:solidFill>
                <a:latin typeface="Open Sans Light" charset="0"/>
                <a:ea typeface="ＭＳ Ｐゴシック" charset="0"/>
                <a:cs typeface="Open Sans Light" charset="0"/>
                <a:sym typeface="Open Sans Light" charset="0"/>
              </a:rPr>
              <a:t>) и выделение квот на использование ограниченных ресурсов компьютеров (процессорного времени, дисковой памяти, физической (оперативной) памяти).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83220032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Появление электронно-лучевых дисплеев и переосмысление возможностей применения клавиатур поставили на очередь решение этой проблемы. Логическим расширением систем мультипрограммирования стали системы разделения времени (</a:t>
            </a:r>
            <a:r>
              <a:rPr lang="ru-RU" sz="3500" dirty="0" err="1">
                <a:solidFill>
                  <a:schemeClr val="accent3"/>
                </a:solidFill>
                <a:latin typeface="Open Sans Light" charset="0"/>
                <a:ea typeface="ＭＳ Ｐゴシック" charset="0"/>
                <a:cs typeface="Open Sans Light" charset="0"/>
                <a:sym typeface="Open Sans Light" charset="0"/>
              </a:rPr>
              <a:t>time-sharing</a:t>
            </a:r>
            <a:r>
              <a:rPr lang="ru-RU" sz="3500" dirty="0">
                <a:solidFill>
                  <a:schemeClr val="accent3"/>
                </a:solidFill>
                <a:latin typeface="Open Sans Light" charset="0"/>
                <a:ea typeface="ＭＳ Ｐゴシック" charset="0"/>
                <a:cs typeface="Open Sans Light" charset="0"/>
                <a:sym typeface="Open Sans Light" charset="0"/>
              </a:rPr>
              <a:t> системы). В них процессор переключается между задачами не только на время операций ввода-вывода, но и через определенные интервалы времени. Эти переключения происходят так часто, что пользователи могут взаимодействовать со своими программами во время их выполнения, то есть интерактивно. </a:t>
            </a:r>
            <a:endParaRPr lang="en-US"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В результате появляется возможность одновременной работы нескольких пользователей на одной компьютерной системе. У каждого пользователя для этого должна быть хотя бы одна программа в памяти. Чтобы уменьшить ограничения на количество работающих пользователей была внедрена идея неполного нахождения исполняемой программы в оперативной памяти. </a:t>
            </a:r>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Основная часть программы находится на диске, и фрагмент, который необходимо в данный момент выполнять, может быть загружен в оперативную память, а ненужный – выкачан обратно на диск. Это реализуется с помощью механизма виртуальной памяти. Основным достоинством такого механизма является создание иллюзии неограниченной оперативной памяти ЭВМ.</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В системах разделения времени пользователь получил возможность эффективно производить отладку программы в интерактивном режиме и записывать информацию на диск, не используя перфокарты, а непосредственно с клавиатуры. Появление </a:t>
            </a:r>
            <a:r>
              <a:rPr lang="ru-RU" sz="3500" dirty="0" err="1">
                <a:solidFill>
                  <a:schemeClr val="accent3"/>
                </a:solidFill>
                <a:latin typeface="Open Sans Light" charset="0"/>
                <a:ea typeface="ＭＳ Ｐゴシック" charset="0"/>
                <a:cs typeface="Open Sans Light" charset="0"/>
                <a:sym typeface="Open Sans Light" charset="0"/>
              </a:rPr>
              <a:t>on</a:t>
            </a:r>
            <a:r>
              <a:rPr lang="ru-RU" sz="3500" dirty="0">
                <a:solidFill>
                  <a:schemeClr val="accent3"/>
                </a:solidFill>
                <a:latin typeface="Open Sans Light" charset="0"/>
                <a:ea typeface="ＭＳ Ｐゴシック" charset="0"/>
                <a:cs typeface="Open Sans Light" charset="0"/>
                <a:sym typeface="Open Sans Light" charset="0"/>
              </a:rPr>
              <a:t>-</a:t>
            </a:r>
            <a:r>
              <a:rPr lang="ru-RU" sz="3500" dirty="0" err="1">
                <a:solidFill>
                  <a:schemeClr val="accent3"/>
                </a:solidFill>
                <a:latin typeface="Open Sans Light" charset="0"/>
                <a:ea typeface="ＭＳ Ｐゴシック" charset="0"/>
                <a:cs typeface="Open Sans Light" charset="0"/>
                <a:sym typeface="Open Sans Light" charset="0"/>
              </a:rPr>
              <a:t>line</a:t>
            </a:r>
            <a:r>
              <a:rPr lang="ru-RU" sz="3500" dirty="0">
                <a:solidFill>
                  <a:schemeClr val="accent3"/>
                </a:solidFill>
                <a:latin typeface="Open Sans Light" charset="0"/>
                <a:ea typeface="ＭＳ Ｐゴシック" charset="0"/>
                <a:cs typeface="Open Sans Light" charset="0"/>
                <a:sym typeface="Open Sans Light" charset="0"/>
              </a:rPr>
              <a:t>-файлов привело к необходимости разработки развитых файловых систем.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40736657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rgbClr val="00B0F0"/>
                </a:solidFill>
                <a:latin typeface="Open Sans Light" charset="0"/>
                <a:ea typeface="ＭＳ Ｐゴシック" charset="0"/>
                <a:cs typeface="Open Sans Light" charset="0"/>
                <a:sym typeface="Open Sans Light" charset="0"/>
              </a:rPr>
              <a:t>Пятое поколение </a:t>
            </a:r>
            <a:r>
              <a:rPr lang="ru-RU" sz="3500" dirty="0">
                <a:solidFill>
                  <a:schemeClr val="accent3"/>
                </a:solidFill>
                <a:latin typeface="Open Sans Light" charset="0"/>
                <a:ea typeface="ＭＳ Ｐゴシック" charset="0"/>
                <a:cs typeface="Open Sans Light" charset="0"/>
                <a:sym typeface="Open Sans Light" charset="0"/>
              </a:rPr>
              <a:t>(с середины 1980-х гг. по н.в.). Период характеризуется уменьшением стоимости компьютеров и увеличением стоимости труда программиста. Появление персональных компьютеров позволило установить компьютер практически каждому пользователю на рабочем столе. Благодаря широкому распространению вычислительных сетей и средств оперативной обработки (работающих в режиме </a:t>
            </a:r>
            <a:r>
              <a:rPr lang="ru-RU" sz="3500" dirty="0" err="1">
                <a:solidFill>
                  <a:schemeClr val="accent3"/>
                </a:solidFill>
                <a:latin typeface="Open Sans Light" charset="0"/>
                <a:ea typeface="ＭＳ Ｐゴシック" charset="0"/>
                <a:cs typeface="Open Sans Light" charset="0"/>
                <a:sym typeface="Open Sans Light" charset="0"/>
              </a:rPr>
              <a:t>on-line</a:t>
            </a:r>
            <a:r>
              <a:rPr lang="ru-RU" sz="3500" dirty="0">
                <a:solidFill>
                  <a:schemeClr val="accent3"/>
                </a:solidFill>
                <a:latin typeface="Open Sans Light" charset="0"/>
                <a:ea typeface="ＭＳ Ｐゴシック" charset="0"/>
                <a:cs typeface="Open Sans Light" charset="0"/>
                <a:sym typeface="Open Sans Light" charset="0"/>
              </a:rPr>
              <a:t>), пользователи получают доступ к территориально распределенным компьютерам. </a:t>
            </a:r>
            <a:endParaRPr lang="en-US"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Появились микропроцессоры, на основе которых создаются все новые и новые персональные компьютеры, которые могут быть использованы как автономно, так и в качестве терминалов более мощных вычислительных систем. При передаче информации по линиям связи усложняются проблемы защиты информации, шифрования данных. Возникло понятие сетевого компьютера (Network </a:t>
            </a:r>
            <a:r>
              <a:rPr lang="ru-RU" sz="3500" dirty="0" err="1">
                <a:solidFill>
                  <a:schemeClr val="accent3"/>
                </a:solidFill>
                <a:latin typeface="Open Sans Light" charset="0"/>
                <a:ea typeface="ＭＳ Ｐゴシック" charset="0"/>
                <a:cs typeface="Open Sans Light" charset="0"/>
                <a:sym typeface="Open Sans Light" charset="0"/>
              </a:rPr>
              <a:t>computer</a:t>
            </a:r>
            <a:r>
              <a:rPr lang="ru-RU" sz="3500" dirty="0">
                <a:solidFill>
                  <a:schemeClr val="accent3"/>
                </a:solidFill>
                <a:latin typeface="Open Sans Light" charset="0"/>
                <a:ea typeface="ＭＳ Ｐゴシック" charset="0"/>
                <a:cs typeface="Open Sans Light" charset="0"/>
                <a:sym typeface="Open Sans Light" charset="0"/>
              </a:rPr>
              <a:t>), способного получать все ресурсы через компьютерную сеть. Понятие файловой системы распространяется на данные, доступные по различным сетевым протоколам.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История операционных систем</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96185682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Операционная система (ОС) – это программа, которая обеспечивает возможность рационального использования оборудования компьютера удобным для пользователя образом.</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ОС – базовый комплекс компьютерных программ, обеспечивающий управление аппаратными средствами компьютера, работу с файлами, ввод и вывод данных, а также выполнение прикладных программ и утилит.</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Кроме различных определений ОС, два из которых приведены выше, пользователи выделяют ряд различных «точек зрения» на ОС:</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marL="457200" indent="-457200" algn="just">
              <a:buFont typeface="Arial" panose="020B0604020202020204" pitchFamily="34" charset="0"/>
              <a:buChar char="•"/>
            </a:pPr>
            <a:r>
              <a:rPr lang="ru-RU" sz="3500" dirty="0">
                <a:solidFill>
                  <a:schemeClr val="accent3"/>
                </a:solidFill>
                <a:latin typeface="Open Sans Light" charset="0"/>
                <a:ea typeface="ＭＳ Ｐゴシック" charset="0"/>
                <a:cs typeface="Open Sans Light" charset="0"/>
                <a:sym typeface="Open Sans Light" charset="0"/>
              </a:rPr>
              <a:t>ОС как виртуальная машина;</a:t>
            </a:r>
          </a:p>
          <a:p>
            <a:pPr marL="457200" indent="-457200" algn="just">
              <a:buFont typeface="Arial" panose="020B0604020202020204" pitchFamily="34" charset="0"/>
              <a:buChar char="•"/>
            </a:pPr>
            <a:r>
              <a:rPr lang="ru-RU" sz="3500" dirty="0">
                <a:solidFill>
                  <a:schemeClr val="accent3"/>
                </a:solidFill>
                <a:latin typeface="Open Sans Light" charset="0"/>
                <a:ea typeface="ＭＳ Ｐゴシック" charset="0"/>
                <a:cs typeface="Open Sans Light" charset="0"/>
                <a:sym typeface="Open Sans Light" charset="0"/>
              </a:rPr>
              <a:t>ОС как система управления ресурсами;</a:t>
            </a:r>
          </a:p>
          <a:p>
            <a:pPr marL="457200" indent="-457200" algn="just">
              <a:buFont typeface="Arial" panose="020B0604020202020204" pitchFamily="34" charset="0"/>
              <a:buChar char="•"/>
            </a:pPr>
            <a:r>
              <a:rPr lang="ru-RU" sz="3500" dirty="0">
                <a:solidFill>
                  <a:schemeClr val="accent3"/>
                </a:solidFill>
                <a:latin typeface="Open Sans Light" charset="0"/>
                <a:ea typeface="ＭＳ Ｐゴシック" charset="0"/>
                <a:cs typeface="Open Sans Light" charset="0"/>
                <a:sym typeface="Open Sans Light" charset="0"/>
              </a:rPr>
              <a:t>ОС как защитник пользователей и программ;</a:t>
            </a:r>
          </a:p>
          <a:p>
            <a:pPr marL="457200" indent="-457200" algn="just">
              <a:buFont typeface="Arial" panose="020B0604020202020204" pitchFamily="34" charset="0"/>
              <a:buChar char="•"/>
            </a:pPr>
            <a:r>
              <a:rPr lang="ru-RU" sz="3500" dirty="0">
                <a:solidFill>
                  <a:schemeClr val="accent3"/>
                </a:solidFill>
                <a:latin typeface="Open Sans Light" charset="0"/>
                <a:ea typeface="ＭＳ Ｐゴシック" charset="0"/>
                <a:cs typeface="Open Sans Light" charset="0"/>
                <a:sym typeface="Open Sans Light" charset="0"/>
              </a:rPr>
              <a:t>ОС как постоянно функционирующее ядро.</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Основные понятия, назначения и функции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691259073"/>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rgbClr val="00B0F0"/>
                </a:solidFill>
                <a:latin typeface="Open Sans Light" charset="0"/>
                <a:ea typeface="ＭＳ Ｐゴシック" charset="0"/>
                <a:cs typeface="Open Sans Light" charset="0"/>
                <a:sym typeface="Open Sans Light" charset="0"/>
              </a:rPr>
              <a:t>ОС как виртуальная машина. </a:t>
            </a:r>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Использование архитектуры персонального компьютера на уровне машинных команд является крайне неудобным для использования прикладными программами. Так, работа с диском предполагает знание внутреннего устройства его электронного компонента – контроллера для ввода команд вращения диска, поиска и форматирования дорожек, чтения и записи секторов и т.д. Работа по организации прерываний, работы таймера, управления памятью и т. д. также может требовать при программировании знания и учета большого количества деталей.</a:t>
            </a:r>
          </a:p>
          <a:p>
            <a:pPr algn="just"/>
            <a:endParaRPr lang="ru-RU" sz="3500" dirty="0">
              <a:solidFill>
                <a:schemeClr val="accent3"/>
              </a:solidFill>
              <a:latin typeface="Open Sans Light" charset="0"/>
              <a:ea typeface="ＭＳ Ｐゴシック" charset="0"/>
              <a:cs typeface="Open Sans Light" charset="0"/>
              <a:sym typeface="Open Sans Light" charset="0"/>
            </a:endParaRPr>
          </a:p>
          <a:p>
            <a:pPr algn="just"/>
            <a:r>
              <a:rPr lang="en-US" sz="3500" dirty="0">
                <a:solidFill>
                  <a:schemeClr val="accent3"/>
                </a:solidFill>
                <a:latin typeface="Open Sans Light" charset="0"/>
                <a:ea typeface="ＭＳ Ｐゴシック" charset="0"/>
                <a:cs typeface="Open Sans Light" charset="0"/>
                <a:sym typeface="Open Sans Light" charset="0"/>
              </a:rPr>
              <a:t>	</a:t>
            </a:r>
            <a:r>
              <a:rPr lang="ru-RU" sz="3500" dirty="0">
                <a:solidFill>
                  <a:schemeClr val="accent3"/>
                </a:solidFill>
                <a:latin typeface="Open Sans Light" charset="0"/>
                <a:ea typeface="ＭＳ Ｐゴシック" charset="0"/>
                <a:cs typeface="Open Sans Light" charset="0"/>
                <a:sym typeface="Open Sans Light" charset="0"/>
              </a:rPr>
              <a:t>В связи с этим необходимо обеспечить интерфейс между пользователем и компьютером, скрывая лишние подробности за счет использования относительно простых и высокоуровневых абстракций. Например, представлять информационное пространство диска как набор файлов, которые можно открывать для чтения или записи, использовать для получения или сброса информации, а затем закрывать, создавать иллюзию неограниченного размера операционной памяти, числа процессоров и прочее. Обеспечением такого высокоуровневого абстрагирования занимается ОС, что позволяет представлять ее пользователю в виде виртуальной машины, с которой проще иметь дело, чем непосредственно с оборудованием компьютера.</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Основные понятия, назначения и функции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16</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15579299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rgbClr val="00B0F0"/>
                </a:solidFill>
                <a:latin typeface="Open Sans Light" charset="0"/>
                <a:ea typeface="ＭＳ Ｐゴシック" charset="0"/>
                <a:cs typeface="Open Sans Light" charset="0"/>
                <a:sym typeface="Open Sans Light" charset="0"/>
              </a:rPr>
              <a:t>ОС как система управления ресурсами</a:t>
            </a:r>
            <a:r>
              <a:rPr lang="ru-RU" sz="3500" dirty="0">
                <a:solidFill>
                  <a:schemeClr val="bg1"/>
                </a:solidFill>
                <a:latin typeface="Open Sans Light" charset="0"/>
                <a:ea typeface="ＭＳ Ｐゴシック" charset="0"/>
                <a:cs typeface="Open Sans Light" charset="0"/>
                <a:sym typeface="Open Sans Light" charset="0"/>
              </a:rPr>
              <a:t>. </a:t>
            </a:r>
            <a:endParaRPr lang="en-US"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В случае, если несколько программ, работающих на одном компьютере, будут пытаться одновременно осуществлять вывод на принтер, то можно получить «мешанину» строчек и страниц. ОС должна предотвращать такого рода хаос за счет буферизации подобной информации и организации очереди на печать. Не менее актуальная проблема – проблема управления ресурсами для многопользовательских компьютеров.</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Таким образом, ОС как менеджер ресурсов осуществляет упорядоченное и контролируемое распределение процессоров, памяти и других ресурсов между различными программами.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Основные понятия, назначения и функции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17</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39833170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rgbClr val="00B0F0"/>
                </a:solidFill>
                <a:latin typeface="Open Sans Light" charset="0"/>
                <a:ea typeface="ＭＳ Ｐゴシック" charset="0"/>
                <a:cs typeface="Open Sans Light" charset="0"/>
                <a:sym typeface="Open Sans Light" charset="0"/>
              </a:rPr>
              <a:t>ОС как защитник пользователей и программ. </a:t>
            </a:r>
            <a:endParaRPr lang="en-US" sz="3500" dirty="0">
              <a:solidFill>
                <a:srgbClr val="00B0F0"/>
              </a:solidFill>
              <a:latin typeface="Open Sans Light" charset="0"/>
              <a:ea typeface="ＭＳ Ｐゴシック" charset="0"/>
              <a:cs typeface="Open Sans Light" charset="0"/>
              <a:sym typeface="Open Sans Light" charset="0"/>
            </a:endParaRPr>
          </a:p>
          <a:p>
            <a:pPr algn="just"/>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Если в вычислительной системе требуется обеспечение совместной работы нескольких пользователей, то возникает проблема организации их безопасной деятельности. Так, необходимо обеспечить:</a:t>
            </a:r>
            <a:endParaRPr lang="en-US" sz="3500" dirty="0">
              <a:solidFill>
                <a:schemeClr val="bg1"/>
              </a:solidFill>
              <a:latin typeface="Open Sans Light" charset="0"/>
              <a:ea typeface="ＭＳ Ｐゴシック" charset="0"/>
              <a:cs typeface="Open Sans Light" charset="0"/>
              <a:sym typeface="Open Sans Light" charset="0"/>
            </a:endParaRPr>
          </a:p>
          <a:p>
            <a:pPr algn="just"/>
            <a:endParaRPr lang="ru-RU" sz="3500" dirty="0">
              <a:solidFill>
                <a:schemeClr val="bg1"/>
              </a:solidFill>
              <a:latin typeface="Open Sans Light" charset="0"/>
              <a:ea typeface="ＭＳ Ｐゴシック" charset="0"/>
              <a:cs typeface="Open Sans Light" charset="0"/>
              <a:sym typeface="Open Sans Light" charset="0"/>
            </a:endParaRPr>
          </a:p>
          <a:p>
            <a:pPr marL="457200" indent="-457200" algn="just">
              <a:buFont typeface="Arial" panose="020B0604020202020204" pitchFamily="34" charset="0"/>
              <a:buChar char="•"/>
            </a:pPr>
            <a:r>
              <a:rPr lang="ru-RU" sz="3500" dirty="0">
                <a:solidFill>
                  <a:schemeClr val="bg1"/>
                </a:solidFill>
                <a:latin typeface="Open Sans Light" charset="0"/>
                <a:ea typeface="ＭＳ Ｐゴシック" charset="0"/>
                <a:cs typeface="Open Sans Light" charset="0"/>
                <a:sym typeface="Open Sans Light" charset="0"/>
              </a:rPr>
              <a:t>Сохранность информации на диске, защиту от повреждения или удаления файлов;</a:t>
            </a:r>
            <a:endParaRPr lang="en-US" sz="3500" dirty="0">
              <a:solidFill>
                <a:schemeClr val="bg1"/>
              </a:solidFill>
              <a:latin typeface="Open Sans Light" charset="0"/>
              <a:ea typeface="ＭＳ Ｐゴシック" charset="0"/>
              <a:cs typeface="Open Sans Light" charset="0"/>
              <a:sym typeface="Open Sans Light" charset="0"/>
            </a:endParaRPr>
          </a:p>
          <a:p>
            <a:pPr marL="457200" indent="-457200" algn="just">
              <a:buFont typeface="Arial" panose="020B0604020202020204" pitchFamily="34" charset="0"/>
              <a:buChar char="•"/>
            </a:pPr>
            <a:r>
              <a:rPr lang="ru-RU" sz="3500" dirty="0">
                <a:solidFill>
                  <a:schemeClr val="bg1"/>
                </a:solidFill>
                <a:latin typeface="Open Sans Light" charset="0"/>
                <a:ea typeface="ＭＳ Ｐゴシック" charset="0"/>
                <a:cs typeface="Open Sans Light" charset="0"/>
                <a:sym typeface="Open Sans Light" charset="0"/>
              </a:rPr>
              <a:t>Разрешение программам одних пользователей произвольно вмешиваться в работу программ других пользователей;</a:t>
            </a:r>
          </a:p>
          <a:p>
            <a:pPr marL="457200" indent="-457200" algn="just">
              <a:buFont typeface="Arial" panose="020B0604020202020204" pitchFamily="34" charset="0"/>
              <a:buChar char="•"/>
            </a:pPr>
            <a:r>
              <a:rPr lang="ru-RU" sz="3500" dirty="0">
                <a:solidFill>
                  <a:schemeClr val="bg1"/>
                </a:solidFill>
                <a:latin typeface="Open Sans Light" charset="0"/>
                <a:ea typeface="ＭＳ Ｐゴシック" charset="0"/>
                <a:cs typeface="Open Sans Light" charset="0"/>
                <a:sym typeface="Open Sans Light" charset="0"/>
              </a:rPr>
              <a:t>Пресечение попыток несанкционированного использования вычислительной системы.</a:t>
            </a:r>
          </a:p>
          <a:p>
            <a:pPr marL="457200" indent="-457200" algn="just">
              <a:buFont typeface="Arial" panose="020B0604020202020204" pitchFamily="34" charset="0"/>
              <a:buChar char="•"/>
            </a:pPr>
            <a:r>
              <a:rPr lang="ru-RU" sz="3500" dirty="0">
                <a:solidFill>
                  <a:schemeClr val="bg1"/>
                </a:solidFill>
                <a:latin typeface="Open Sans Light" charset="0"/>
                <a:ea typeface="ＭＳ Ｐゴシック" charset="0"/>
                <a:cs typeface="Open Sans Light" charset="0"/>
                <a:sym typeface="Open Sans Light" charset="0"/>
              </a:rPr>
              <a:t>Эти задачи, как правило, возложены на ос как организатора безопасной работы пользователей и их программ.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Основные понятия, назначения и функции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49808896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rgbClr val="00B0F0"/>
                </a:solidFill>
                <a:latin typeface="Open Sans Light" charset="0"/>
                <a:ea typeface="ＭＳ Ｐゴシック" charset="0"/>
                <a:cs typeface="Open Sans Light" charset="0"/>
                <a:sym typeface="Open Sans Light" charset="0"/>
              </a:rPr>
              <a:t>ОС как постоянно функционирующее ядро. </a:t>
            </a:r>
            <a:endParaRPr lang="en-US" sz="3500" dirty="0">
              <a:solidFill>
                <a:srgbClr val="00B0F0"/>
              </a:solidFill>
              <a:latin typeface="Open Sans Light" charset="0"/>
              <a:ea typeface="ＭＳ Ｐゴシック" charset="0"/>
              <a:cs typeface="Open Sans Light" charset="0"/>
              <a:sym typeface="Open Sans Light" charset="0"/>
            </a:endParaRPr>
          </a:p>
          <a:p>
            <a:pPr algn="just"/>
            <a:endParaRPr lang="en-US" sz="3500" dirty="0">
              <a:solidFill>
                <a:srgbClr val="00B0F0"/>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Можно говорить об ОС, как о программе (программах), постоянно работающей на компьютере и взаимодействующей с множеством прикладных программ. Очевидно, что такое определение верно лишь отчасти, т.к. во многих современных ОС постоянно работает на компьютере лишь часть ОС, которую принято называть ее ядром.</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en-US" sz="3500" dirty="0">
                <a:solidFill>
                  <a:schemeClr val="bg1"/>
                </a:solidFill>
                <a:latin typeface="Open Sans Light" charset="0"/>
                <a:ea typeface="ＭＳ Ｐゴシック" charset="0"/>
                <a:cs typeface="Open Sans Light" charset="0"/>
                <a:sym typeface="Open Sans Light" charset="0"/>
              </a:rPr>
              <a:t>	</a:t>
            </a:r>
            <a:r>
              <a:rPr lang="ru-RU" sz="3500" dirty="0">
                <a:solidFill>
                  <a:schemeClr val="bg1"/>
                </a:solidFill>
                <a:latin typeface="Open Sans Light" charset="0"/>
                <a:ea typeface="ＭＳ Ｐゴシック" charset="0"/>
                <a:cs typeface="Open Sans Light" charset="0"/>
                <a:sym typeface="Open Sans Light" charset="0"/>
              </a:rPr>
              <a:t>Учитывая рассмотренное многообразие точек зрения на ОС, целесообразно выполнить обзор предназначений и функций ОС, для чего, в свою очередь, стоит рассмотреть эволюцию развития вычислительных систем в целом и операционных систем, в частности.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Основные понятия, назначения и функции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19</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13708379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Прежде всего, традиционно различают ОС общего и специального назначения. Системы специального назначения, в свою очередь, подразделяются на ОС для носимых микрокомпьютеров и различных встроенных систем, организации и ведения баз данных, решения задач реального времени и т.п. Еще недавно ОС для персональных компьютеров относили к ОС специального назначения. Сегодня современные мультизадачные ОС для персональных компьютеров уже многими относятся к ОС общего назначения, поскольку их можно использовать для самых разнообразных целей.</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algn="just"/>
            <a:r>
              <a:rPr lang="ru-RU" sz="3500" dirty="0">
                <a:solidFill>
                  <a:schemeClr val="bg1"/>
                </a:solidFill>
                <a:latin typeface="Open Sans Light" charset="0"/>
                <a:ea typeface="ＭＳ Ｐゴシック" charset="0"/>
                <a:cs typeface="Open Sans Light" charset="0"/>
                <a:sym typeface="Open Sans Light" charset="0"/>
              </a:rPr>
              <a:t>	По режиму обработки задач различают ОС, обеспечивающие однопрограммный и мультипрограммный (мультизадачный, многозадачный) режимы. Любая задержка в решении программы (например, для осуществления операций ввода-вывода данных) используется для выполнения других программ. Однозадачные ОС (например, MS-DOS, MSX) выполняют функцию предоставления пользователю виртуальной машины, делая более простым и удобным процесс взаимодействия пользователя с компьютером, а также включают средства управления периферийными устройствами, средства управления файлами, средства общения с пользователем.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62367262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Следует различать понятия «мультипрограммный режим» и «мультизадачный режим» . Принципиальное отличие этих понятий заключается в том, что мультипрограммный режим обеспечивает параллельное выполнение нескольких приложений, и при этом программисты, создающие эти программы, не должны заботиться о механизмах организации их параллельной работы (эти функции берет на себя сама ОС). Мультизадачный режим, наоборот, предполагает, что забота о параллельном выполнении и взаимодействии приложений ложится как раз на прикладных программистов. Современные ОС для персональных компьютеров реализуют мультипрограммный и мультизадачный режимы работы.</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22076810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Среди множества существующих вариантов реализации многозадачности можно выделить две группы:</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Не вытесняющая многозадачность (</a:t>
            </a:r>
            <a:r>
              <a:rPr lang="ru-RU" sz="3500" dirty="0" err="1">
                <a:solidFill>
                  <a:schemeClr val="bg1"/>
                </a:solidFill>
                <a:latin typeface="Open Sans Light" charset="0"/>
                <a:ea typeface="ＭＳ Ｐゴシック" charset="0"/>
                <a:cs typeface="Open Sans Light" charset="0"/>
                <a:sym typeface="Open Sans Light" charset="0"/>
              </a:rPr>
              <a:t>NetWare</a:t>
            </a:r>
            <a:r>
              <a:rPr lang="ru-RU" sz="3500" dirty="0">
                <a:solidFill>
                  <a:schemeClr val="bg1"/>
                </a:solidFill>
                <a:latin typeface="Open Sans Light" charset="0"/>
                <a:ea typeface="ＭＳ Ｐゴシック" charset="0"/>
                <a:cs typeface="Open Sans Light" charset="0"/>
                <a:sym typeface="Open Sans Light" charset="0"/>
              </a:rPr>
              <a:t>, Windows 3.x) – механизм планирования процессов целиком сосредоточен в ОС. В этом случае активный процесс выполняется до тех пор, пока он сам, по собственной инициативе, не отдаст управление ОС для того, чтобы та выбрала из очереди другой готовый к выполнению процесс.</a:t>
            </a:r>
          </a:p>
          <a:p>
            <a:pPr marL="514350" indent="-514350" algn="just">
              <a:buFont typeface="+mj-lt"/>
              <a:buAutoNum type="arabicPeriod"/>
            </a:pPr>
            <a:endParaRPr lang="ru-RU" sz="3500" dirty="0">
              <a:solidFill>
                <a:schemeClr val="bg1"/>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Вытесняющая многозадачность (Windows NT, OS/2, Unix) – механизм планирования процессов распределен между системой и прикладными программами. При вытесняющей многозадачности решение о переключении процессора с одного процесса на другой принимается ОС, а не самим активным процессом.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54870129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Также многозадачные ОС подразделяют на различные типы в соответствии с использованными при их разработке критериями эффективности:</a:t>
            </a:r>
          </a:p>
          <a:p>
            <a:pPr algn="just"/>
            <a:endParaRPr lang="ru-RU" sz="3500" dirty="0">
              <a:solidFill>
                <a:schemeClr val="bg1"/>
              </a:solidFill>
              <a:latin typeface="Open Sans Light" charset="0"/>
              <a:ea typeface="ＭＳ Ｐゴシック" charset="0"/>
              <a:cs typeface="Open Sans Light" charset="0"/>
              <a:sym typeface="Open Sans Light" charset="0"/>
            </a:endParaRP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Системы пакетной обработки (например, EC, критерий – коэффициент загрузки процессора);</a:t>
            </a: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Системы разделения времени (</a:t>
            </a:r>
            <a:r>
              <a:rPr lang="ru-RU" sz="3500" dirty="0" err="1">
                <a:solidFill>
                  <a:schemeClr val="bg1"/>
                </a:solidFill>
                <a:latin typeface="Open Sans Light" charset="0"/>
                <a:ea typeface="ＭＳ Ｐゴシック" charset="0"/>
                <a:cs typeface="Open Sans Light" charset="0"/>
                <a:sym typeface="Open Sans Light" charset="0"/>
              </a:rPr>
              <a:t>unix</a:t>
            </a:r>
            <a:r>
              <a:rPr lang="ru-RU" sz="3500" dirty="0">
                <a:solidFill>
                  <a:schemeClr val="bg1"/>
                </a:solidFill>
                <a:latin typeface="Open Sans Light" charset="0"/>
                <a:ea typeface="ＭＳ Ｐゴシック" charset="0"/>
                <a:cs typeface="Open Sans Light" charset="0"/>
                <a:sym typeface="Open Sans Light" charset="0"/>
              </a:rPr>
              <a:t>, VMS, критерий – удобство и эффективность работы пользователей при одновременном выполнении нескольких пользовательских приложений);</a:t>
            </a:r>
          </a:p>
          <a:p>
            <a:pPr marL="514350" indent="-514350" algn="just">
              <a:buFont typeface="+mj-lt"/>
              <a:buAutoNum type="arabicPeriod"/>
            </a:pPr>
            <a:r>
              <a:rPr lang="ru-RU" sz="3500" dirty="0">
                <a:solidFill>
                  <a:schemeClr val="bg1"/>
                </a:solidFill>
                <a:latin typeface="Open Sans Light" charset="0"/>
                <a:ea typeface="ＭＳ Ｐゴシック" charset="0"/>
                <a:cs typeface="Open Sans Light" charset="0"/>
                <a:sym typeface="Open Sans Light" charset="0"/>
              </a:rPr>
              <a:t>Системы реального времени (QNX, RT/11, критерий – реактивность).</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486951909"/>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500" dirty="0">
                <a:solidFill>
                  <a:schemeClr val="bg1"/>
                </a:solidFill>
                <a:latin typeface="Open Sans Light" charset="0"/>
                <a:ea typeface="ＭＳ Ｐゴシック" charset="0"/>
                <a:cs typeface="Open Sans Light" charset="0"/>
                <a:sym typeface="Open Sans Light" charset="0"/>
              </a:rPr>
              <a:t>	При организации работы с вычислительной системой в диалоговом режиме можно говорить об однопользовательских (однотерминальных) и многопользовательских (</a:t>
            </a:r>
            <a:r>
              <a:rPr lang="ru-RU" sz="35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500" dirty="0">
                <a:solidFill>
                  <a:schemeClr val="bg1"/>
                </a:solidFill>
                <a:latin typeface="Open Sans Light" charset="0"/>
                <a:ea typeface="ＭＳ Ｐゴシック" charset="0"/>
                <a:cs typeface="Open Sans Light" charset="0"/>
                <a:sym typeface="Open Sans Light" charset="0"/>
              </a:rPr>
              <a:t>) ОС. В </a:t>
            </a:r>
            <a:r>
              <a:rPr lang="ru-RU" sz="35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500" dirty="0">
                <a:solidFill>
                  <a:schemeClr val="bg1"/>
                </a:solidFill>
                <a:latin typeface="Open Sans Light" charset="0"/>
                <a:ea typeface="ＭＳ Ｐゴシック" charset="0"/>
                <a:cs typeface="Open Sans Light" charset="0"/>
                <a:sym typeface="Open Sans Light" charset="0"/>
              </a:rPr>
              <a:t> ОС с одной вычислительной системой одновременно могут работать несколько пользователей, каждый со своего терминала. При этом у пользователей возникает иллюзия, что у каждого из них имеется собственная вычислительная система. </a:t>
            </a:r>
          </a:p>
          <a:p>
            <a:pPr algn="just"/>
            <a:r>
              <a:rPr lang="ru-RU" sz="3500" dirty="0">
                <a:solidFill>
                  <a:schemeClr val="bg1"/>
                </a:solidFill>
                <a:latin typeface="Open Sans Light" charset="0"/>
                <a:ea typeface="ＭＳ Ｐゴシック" charset="0"/>
                <a:cs typeface="Open Sans Light" charset="0"/>
                <a:sym typeface="Open Sans Light" charset="0"/>
              </a:rPr>
              <a:t>	Очевидно, что для организации </a:t>
            </a:r>
            <a:r>
              <a:rPr lang="ru-RU" sz="3500" dirty="0" err="1">
                <a:solidFill>
                  <a:schemeClr val="bg1"/>
                </a:solidFill>
                <a:latin typeface="Open Sans Light" charset="0"/>
                <a:ea typeface="ＭＳ Ｐゴシック" charset="0"/>
                <a:cs typeface="Open Sans Light" charset="0"/>
                <a:sym typeface="Open Sans Light" charset="0"/>
              </a:rPr>
              <a:t>мультитерминального</a:t>
            </a:r>
            <a:r>
              <a:rPr lang="ru-RU" sz="3500" dirty="0">
                <a:solidFill>
                  <a:schemeClr val="bg1"/>
                </a:solidFill>
                <a:latin typeface="Open Sans Light" charset="0"/>
                <a:ea typeface="ＭＳ Ｐゴシック" charset="0"/>
                <a:cs typeface="Open Sans Light" charset="0"/>
                <a:sym typeface="Open Sans Light" charset="0"/>
              </a:rPr>
              <a:t> доступа к вычислительной системе необходимо обеспечить мультипрограммный режим работы. </a:t>
            </a:r>
          </a:p>
          <a:p>
            <a:pPr algn="just"/>
            <a:r>
              <a:rPr lang="ru-RU" sz="3500" dirty="0">
                <a:solidFill>
                  <a:schemeClr val="bg1"/>
                </a:solidFill>
                <a:latin typeface="Open Sans Light" charset="0"/>
                <a:ea typeface="ＭＳ Ｐゴシック" charset="0"/>
                <a:cs typeface="Open Sans Light" charset="0"/>
                <a:sym typeface="Open Sans Light" charset="0"/>
              </a:rPr>
              <a:t>	В качестве одного из примеров </a:t>
            </a:r>
            <a:r>
              <a:rPr lang="ru-RU" sz="35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500" dirty="0">
                <a:solidFill>
                  <a:schemeClr val="bg1"/>
                </a:solidFill>
                <a:latin typeface="Open Sans Light" charset="0"/>
                <a:ea typeface="ＭＳ Ｐゴシック" charset="0"/>
                <a:cs typeface="Open Sans Light" charset="0"/>
                <a:sym typeface="Open Sans Light" charset="0"/>
              </a:rPr>
              <a:t> ОС для персональных компьютеров можно назвать Linux. Некая имитация </a:t>
            </a:r>
            <a:r>
              <a:rPr lang="ru-RU" sz="35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500" dirty="0">
                <a:solidFill>
                  <a:schemeClr val="bg1"/>
                </a:solidFill>
                <a:latin typeface="Open Sans Light" charset="0"/>
                <a:ea typeface="ＭＳ Ｐゴシック" charset="0"/>
                <a:cs typeface="Open Sans Light" charset="0"/>
                <a:sym typeface="Open Sans Light" charset="0"/>
              </a:rPr>
              <a:t> возможностей имеется и в системе Windows XP.</a:t>
            </a:r>
          </a:p>
          <a:p>
            <a:pPr algn="just"/>
            <a:r>
              <a:rPr lang="ru-RU" sz="3500" dirty="0">
                <a:solidFill>
                  <a:schemeClr val="bg1"/>
                </a:solidFill>
                <a:latin typeface="Open Sans Light" charset="0"/>
                <a:ea typeface="ＭＳ Ｐゴシック" charset="0"/>
                <a:cs typeface="Open Sans Light" charset="0"/>
                <a:sym typeface="Open Sans Light" charset="0"/>
              </a:rPr>
              <a:t>	В этой ОС каждый пользователь после регистрации (входа в систему) получает свою виртуальную машину. Если необходимо временно предоставить компьютер другому пользователю, вычислительные процессы первого можно не завершать, а просто для этого другого пользователя система создает новую виртуальную машину. </a:t>
            </a:r>
          </a:p>
          <a:p>
            <a:pPr algn="just"/>
            <a:r>
              <a:rPr lang="ru-RU" sz="3500" dirty="0">
                <a:solidFill>
                  <a:schemeClr val="bg1"/>
                </a:solidFill>
                <a:latin typeface="Open Sans Light" charset="0"/>
                <a:ea typeface="ＭＳ Ｐゴシック" charset="0"/>
                <a:cs typeface="Open Sans Light" charset="0"/>
                <a:sym typeface="Open Sans Light" charset="0"/>
              </a:rPr>
              <a:t>	В результате компьютер будет выполнять задачи и первого, и второго пользователя. Количество параллельно работающих виртуальных машин определяется имеющимися ресурсами. Главным отличием многопользовательских систем от однопользовательских является наличие средств защиты информации каждого пользователя от несанкционированного доступа других пользователей.</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F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89419305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0" name="Group 8"/>
          <p:cNvGrpSpPr>
            <a:grpSpLocks/>
          </p:cNvGrpSpPr>
          <p:nvPr/>
        </p:nvGrpSpPr>
        <p:grpSpPr bwMode="auto">
          <a:xfrm>
            <a:off x="1371600" y="3173413"/>
            <a:ext cx="21564600" cy="7354887"/>
            <a:chOff x="2608" y="0"/>
            <a:chExt cx="6690" cy="4632"/>
          </a:xfrm>
        </p:grpSpPr>
        <p:sp>
          <p:nvSpPr>
            <p:cNvPr id="8194" name="Rectangle 2"/>
            <p:cNvSpPr>
              <a:spLocks/>
            </p:cNvSpPr>
            <p:nvPr/>
          </p:nvSpPr>
          <p:spPr bwMode="auto">
            <a:xfrm>
              <a:off x="2610" y="0"/>
              <a:ext cx="6688" cy="2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8800" dirty="0">
                  <a:solidFill>
                    <a:srgbClr val="CDCDCD"/>
                  </a:solidFill>
                  <a:latin typeface="Open Sans Light" charset="0"/>
                  <a:ea typeface="ＭＳ Ｐゴシック" charset="0"/>
                  <a:cs typeface="Open Sans Light" charset="0"/>
                  <a:sym typeface="Open Sans Light" charset="0"/>
                </a:rPr>
                <a:t>Структура операционных систем. Виды ядра операционных систем</a:t>
              </a:r>
            </a:p>
          </p:txBody>
        </p:sp>
        <p:sp>
          <p:nvSpPr>
            <p:cNvPr id="8195" name="Rectangle 3"/>
            <p:cNvSpPr>
              <a:spLocks/>
            </p:cNvSpPr>
            <p:nvPr/>
          </p:nvSpPr>
          <p:spPr bwMode="auto">
            <a:xfrm>
              <a:off x="2608" y="3052"/>
              <a:ext cx="6688" cy="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4000" dirty="0">
                  <a:solidFill>
                    <a:srgbClr val="CDCDCD"/>
                  </a:solidFill>
                  <a:latin typeface="Open Sans Light" charset="0"/>
                  <a:ea typeface="ＭＳ Ｐゴシック" charset="0"/>
                  <a:cs typeface="Open Sans Light" charset="0"/>
                  <a:sym typeface="Open Sans Light" charset="0"/>
                </a:rPr>
                <a:t>ОПЕРАЦИОННЫЕ СИСТЕМЫ И СРЕДЫ</a:t>
              </a:r>
            </a:p>
            <a:p>
              <a:pPr algn="l"/>
              <a:r>
                <a:rPr lang="ru-RU" sz="3600" dirty="0">
                  <a:solidFill>
                    <a:srgbClr val="CDCDCD"/>
                  </a:solidFill>
                  <a:latin typeface="Open Sans Light Italic" charset="0"/>
                  <a:ea typeface="ＭＳ Ｐゴシック" charset="0"/>
                  <a:cs typeface="Open Sans Light Italic" charset="0"/>
                  <a:sym typeface="Open Sans Light Italic" charset="0"/>
                </a:rPr>
                <a:t>Преподаватель: Сидиков И.Д.</a:t>
              </a:r>
              <a:endParaRPr lang="en-US" sz="3600" dirty="0">
                <a:solidFill>
                  <a:srgbClr val="CDCDCD"/>
                </a:solidFill>
                <a:latin typeface="Open Sans Light Italic" charset="0"/>
                <a:ea typeface="ＭＳ Ｐゴシック" charset="0"/>
                <a:cs typeface="Open Sans Light Italic" charset="0"/>
                <a:sym typeface="Open Sans Light Italic" charset="0"/>
              </a:endParaRPr>
            </a:p>
          </p:txBody>
        </p:sp>
        <p:grpSp>
          <p:nvGrpSpPr>
            <p:cNvPr id="8199" name="Group 7"/>
            <p:cNvGrpSpPr>
              <a:grpSpLocks/>
            </p:cNvGrpSpPr>
            <p:nvPr/>
          </p:nvGrpSpPr>
          <p:grpSpPr bwMode="auto">
            <a:xfrm>
              <a:off x="2615" y="2800"/>
              <a:ext cx="6184" cy="1832"/>
              <a:chOff x="0" y="0"/>
              <a:chExt cx="6183" cy="1831"/>
            </a:xfrm>
          </p:grpSpPr>
          <p:sp>
            <p:nvSpPr>
              <p:cNvPr id="8197" name="Line 5"/>
              <p:cNvSpPr>
                <a:spLocks noChangeShapeType="1"/>
              </p:cNvSpPr>
              <p:nvPr/>
            </p:nvSpPr>
            <p:spPr bwMode="auto">
              <a:xfrm>
                <a:off x="2" y="0"/>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8198" name="Line 6"/>
              <p:cNvSpPr>
                <a:spLocks noChangeShapeType="1"/>
              </p:cNvSpPr>
              <p:nvPr/>
            </p:nvSpPr>
            <p:spPr bwMode="auto">
              <a:xfrm>
                <a:off x="0" y="1831"/>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grpSp>
      </p:grpSp>
      <p:sp>
        <p:nvSpPr>
          <p:cNvPr id="8201" name="Rectangle 9"/>
          <p:cNvSpPr>
            <a:spLocks/>
          </p:cNvSpPr>
          <p:nvPr/>
        </p:nvSpPr>
        <p:spPr bwMode="auto">
          <a:xfrm>
            <a:off x="22244012" y="12705834"/>
            <a:ext cx="50013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ru-RU" sz="2400" dirty="0">
                <a:solidFill>
                  <a:srgbClr val="B3B3B3"/>
                </a:solidFill>
                <a:latin typeface="Open Sans Bold" charset="0"/>
                <a:ea typeface="ＭＳ Ｐゴシック" charset="0"/>
                <a:cs typeface="Open Sans Bold" charset="0"/>
                <a:sym typeface="Open Sans Bold" charset="0"/>
              </a:rPr>
              <a:t>0</a:t>
            </a:r>
            <a:fld id="{1C2B3FBC-E633-4B61-9380-E4C2D137BCEB}" type="slidenum">
              <a:rPr lang="en-US" sz="2400" smtClean="0">
                <a:solidFill>
                  <a:srgbClr val="B3B3B3"/>
                </a:solidFill>
                <a:latin typeface="Open Sans Bold" charset="0"/>
                <a:ea typeface="ＭＳ Ｐゴシック" charset="0"/>
                <a:cs typeface="Open Sans Bold" charset="0"/>
                <a:sym typeface="Open Sans Bold" charset="0"/>
              </a:rPr>
              <a:t>25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83890409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По сути, ОС – это программа, которую можно реализовать с использованием процедур и функций. Если при этом ОС компонуется как одна программа, работающая в привилегированном режиме и использующая быстрые переходы с одной процедуры на другую, не требующие переключения из привилегированного режима в пользовательский режим, и наоборот, то такая архитектура построения ОС называется монолитным ядром (англ. </a:t>
            </a:r>
            <a:r>
              <a:rPr lang="ru-RU" sz="3600" dirty="0" err="1">
                <a:solidFill>
                  <a:schemeClr val="bg1"/>
                </a:solidFill>
                <a:latin typeface="Open Sans Light" charset="0"/>
                <a:ea typeface="ＭＳ Ｐゴシック" charset="0"/>
                <a:cs typeface="Open Sans Light" charset="0"/>
                <a:sym typeface="Open Sans Light" charset="0"/>
              </a:rPr>
              <a:t>monolithic</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kernel</a:t>
            </a:r>
            <a:r>
              <a:rPr lang="ru-RU" sz="3600" dirty="0">
                <a:solidFill>
                  <a:schemeClr val="bg1"/>
                </a:solidFill>
                <a:latin typeface="Open Sans Light" charset="0"/>
                <a:ea typeface="ＭＳ Ｐゴシック" charset="0"/>
                <a:cs typeface="Open Sans Light" charset="0"/>
                <a:sym typeface="Open Sans Light" charset="0"/>
              </a:rPr>
              <a:t>).</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Архитектура «монолитное ядро» характеризуется тем, что:</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Каждая процедура может вызвать каждую;</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Все процедуры работают в привилегированном режиме;</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Все части монолитного ядра работают в одном адресном пространстве;</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Ядро «совпадает» со всей ОС;</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Сборка (компиляция) ядра осуществляется отдельно для каждого компьютера, при установке, добавлении или исключении отдельных компонент требуется перекомпиляция;</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·Старейший способ организации ОС.</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Монолитное ядро</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26</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043202177"/>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Архитектура «монолитное ядро» имеют долгую историю развития и усовершенствования и, на данный момент, являются наиболее архитектурно зрелыми и пригодными к эксплуатации. Вместе с тем, монолитность ядер усложняет их отладку, понимание кода ядра, добавление новых функций и возможностей, удаление кода, унаследованного от предыдущих версий. «Разбухание» кода монолитных ядер также повышает требования к объёму оперативной памяти, требуемому для функционирования ядра ОС. Это делает монолитные ядерные архитектуры мало пригодными к эксплуатации в системах, сильно ограниченных по объёму ОЗУ, например, встраиваемых системах, производственных микроконтроллерах и т.д.</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Старые монолитные ядра требовали перекомпиляции при любом изменении состава оборудования. Следует отметить, что большинство современных ядер позволяют во время работы динамически подгружать модули, выполняющие части функции ядра. Такие ядра называются модульными ядрами. Возможность динамической </a:t>
            </a:r>
            <a:r>
              <a:rPr lang="ru-RU" sz="3600" dirty="0" err="1">
                <a:solidFill>
                  <a:schemeClr val="bg1"/>
                </a:solidFill>
                <a:latin typeface="Open Sans Light" charset="0"/>
                <a:ea typeface="ＭＳ Ｐゴシック" charset="0"/>
                <a:cs typeface="Open Sans Light" charset="0"/>
                <a:sym typeface="Open Sans Light" charset="0"/>
              </a:rPr>
              <a:t>подгрузки</a:t>
            </a:r>
            <a:r>
              <a:rPr lang="ru-RU" sz="3600" dirty="0">
                <a:solidFill>
                  <a:schemeClr val="bg1"/>
                </a:solidFill>
                <a:latin typeface="Open Sans Light" charset="0"/>
                <a:ea typeface="ＭＳ Ｐゴシック" charset="0"/>
                <a:cs typeface="Open Sans Light" charset="0"/>
                <a:sym typeface="Open Sans Light" charset="0"/>
              </a:rPr>
              <a:t> модулей не нарушает монолитности архитектуры ядра, так как динамически подгружаемые модули загружаются в адресное пространство ядра и в дальнейшем работают как интегральная часть ядра. Не следует путать модульность ядра с гибридной или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архитектурой.</a:t>
            </a:r>
          </a:p>
          <a:p>
            <a:pPr algn="just"/>
            <a:r>
              <a:rPr lang="ru-RU" sz="3600" dirty="0">
                <a:solidFill>
                  <a:schemeClr val="bg1"/>
                </a:solidFill>
                <a:latin typeface="Open Sans Light" charset="0"/>
                <a:ea typeface="ＭＳ Ｐゴシック" charset="0"/>
                <a:cs typeface="Open Sans Light" charset="0"/>
                <a:sym typeface="Open Sans Light" charset="0"/>
              </a:rPr>
              <a:t>	Примером систем с монолитным ядром служит большинство Unix–подобных систем, таких как BSD или Linux.</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Монолитное ядро</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27</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4175004386"/>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При разработке ОС используют подход, при котором значительную часть системного кода переносят на уровень пользователя с одновременной минимизацией ядра. Системы, разработанные с использованием такого подхода, называют реализованными в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архитектуре (англ. </a:t>
            </a:r>
            <a:r>
              <a:rPr lang="ru-RU" sz="3600" dirty="0" err="1">
                <a:solidFill>
                  <a:schemeClr val="bg1"/>
                </a:solidFill>
                <a:latin typeface="Open Sans Light" charset="0"/>
                <a:ea typeface="ＭＳ Ｐゴシック" charset="0"/>
                <a:cs typeface="Open Sans Light" charset="0"/>
                <a:sym typeface="Open Sans Light" charset="0"/>
              </a:rPr>
              <a:t>microkernel</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architecture</a:t>
            </a:r>
            <a:r>
              <a:rPr lang="ru-RU" sz="3600" dirty="0">
                <a:solidFill>
                  <a:schemeClr val="bg1"/>
                </a:solidFill>
                <a:latin typeface="Open Sans Light" charset="0"/>
                <a:ea typeface="ＭＳ Ｐゴシック" charset="0"/>
                <a:cs typeface="Open Sans Light" charset="0"/>
                <a:sym typeface="Open Sans Light" charset="0"/>
              </a:rPr>
              <a:t>). В этом случае построение ядра ОС осуществляется так, что большинство составляющих ОС являются самостоятельными программами, а взаимодействие между ними обеспечивает специальный модуль ядра – микроядро, работающее в привилегированном режиме и обеспечивающее взаимодействие между программами, планирование использования процессора, первичную обработку прерываний, операции ввода-вывода и базовое управление памятью.</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378467782"/>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29</a:t>
            </a:fld>
            <a:endParaRPr lang="en-US" sz="2400" dirty="0">
              <a:solidFill>
                <a:srgbClr val="B3B3B3"/>
              </a:solidFill>
              <a:latin typeface="Open Sans Bold" charset="0"/>
              <a:ea typeface="ＭＳ Ｐゴシック" charset="0"/>
              <a:cs typeface="Open Sans Bold" charset="0"/>
              <a:sym typeface="Open Sans Bold" charset="0"/>
            </a:endParaRPr>
          </a:p>
        </p:txBody>
      </p:sp>
      <p:pic>
        <p:nvPicPr>
          <p:cNvPr id="2" name="Рисунок 1">
            <a:extLst>
              <a:ext uri="{FF2B5EF4-FFF2-40B4-BE49-F238E27FC236}">
                <a16:creationId xmlns:a16="http://schemas.microsoft.com/office/drawing/2014/main" id="{DDA802A8-1FBE-5DFC-EA0F-5B01B9C70E51}"/>
              </a:ext>
            </a:extLst>
          </p:cNvPr>
          <p:cNvPicPr>
            <a:picLocks noChangeAspect="1"/>
          </p:cNvPicPr>
          <p:nvPr/>
        </p:nvPicPr>
        <p:blipFill>
          <a:blip r:embed="rId2"/>
          <a:stretch>
            <a:fillRect/>
          </a:stretch>
        </p:blipFill>
        <p:spPr>
          <a:xfrm>
            <a:off x="4849984" y="3352800"/>
            <a:ext cx="14684032" cy="7619999"/>
          </a:xfrm>
          <a:prstGeom prst="rect">
            <a:avLst/>
          </a:prstGeom>
        </p:spPr>
      </p:pic>
    </p:spTree>
    <p:extLst>
      <p:ext uri="{BB962C8B-B14F-4D97-AF65-F5344CB8AC3E}">
        <p14:creationId xmlns:p14="http://schemas.microsoft.com/office/powerpoint/2010/main" val="2391315631"/>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В </a:t>
            </a:r>
            <a:r>
              <a:rPr lang="ru-RU" sz="3600" dirty="0" err="1">
                <a:solidFill>
                  <a:schemeClr val="bg1"/>
                </a:solidFill>
                <a:latin typeface="Open Sans Light" charset="0"/>
                <a:ea typeface="ＭＳ Ｐゴシック" charset="0"/>
                <a:cs typeface="Open Sans Light" charset="0"/>
                <a:sym typeface="Open Sans Light" charset="0"/>
              </a:rPr>
              <a:t>микроядерных</a:t>
            </a:r>
            <a:r>
              <a:rPr lang="ru-RU" sz="3600" dirty="0">
                <a:solidFill>
                  <a:schemeClr val="bg1"/>
                </a:solidFill>
                <a:latin typeface="Open Sans Light" charset="0"/>
                <a:ea typeface="ＭＳ Ｐゴシック" charset="0"/>
                <a:cs typeface="Open Sans Light" charset="0"/>
                <a:sym typeface="Open Sans Light" charset="0"/>
              </a:rPr>
              <a:t> ОС выделяют центральный компактный модуль, относящийся к супервизорной части системы. Этот модуль имеет очень небольшие размеры и выполняет относительно небольшое количество управляющих функций, но позволяет передать управление на другие управляющие модули, которые и выполнят затребованную функцию. Микроядро – это минимальная главная (стержневая) часть ОС, служащая основой модульных и переносимых расширений. Микроядро само является модулем системного ПО, работающим в наиболее приоритетном состоянии компьютера и поддерживающим связи с остальной частью операционной системы, которая рассматривается как набор серверных приложений (служб).</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Основная идея, заложенная в технологию микроядра, заключается в том, чтобы создать необходимую среду верхнего уровня иерархии, из которой можно легко получить доступ ко всем функциональным возможностям уровня аппаратного обеспечения. При этом микроядро является стартовой точкой для создания всех остальных модулей системы. Остальные модули, реализующие необходимые системе функции, вызываются из микроядра и выполняют сервисную роль, получая при этом статус обычного процесса.</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909191626"/>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Важнейшая задача при разработке микроядра заключается в выборе базовых примитивов, которые должны находиться в микроядре для обеспечения необходимого и достаточного сервиса. В микроядре содержится и исполняется минимальное количество кода, необходимое для реализации основных системных вызовов. В число этих вызовов входят передача сообщений и организация другого общения между внешними по отношению к микроядру процессами, поддержка управления прерываниями, а также ряд других весьма немногочисленных функций. Остальные системные функции, характерные для «обычных» (не </a:t>
            </a:r>
            <a:r>
              <a:rPr lang="ru-RU" sz="3600" dirty="0" err="1">
                <a:solidFill>
                  <a:schemeClr val="bg1"/>
                </a:solidFill>
                <a:latin typeface="Open Sans Light" charset="0"/>
                <a:ea typeface="ＭＳ Ｐゴシック" charset="0"/>
                <a:cs typeface="Open Sans Light" charset="0"/>
                <a:sym typeface="Open Sans Light" charset="0"/>
              </a:rPr>
              <a:t>микроядерных</a:t>
            </a:r>
            <a:r>
              <a:rPr lang="ru-RU" sz="3600" dirty="0">
                <a:solidFill>
                  <a:schemeClr val="bg1"/>
                </a:solidFill>
                <a:latin typeface="Open Sans Light" charset="0"/>
                <a:ea typeface="ＭＳ Ｐゴシック" charset="0"/>
                <a:cs typeface="Open Sans Light" charset="0"/>
                <a:sym typeface="Open Sans Light" charset="0"/>
              </a:rPr>
              <a:t>) операционных систем, обеспечиваются как модульные дополнения-процессы, взаимодействующие главным образом между собой посредством передачи сообщений.</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671450647"/>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К преимуществам построения ОС в данной архитектуре относят:</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Упрощенное добавление и отладка компонентов ОС без необходимости перезапуска системы за счет высокой степени модульности ядра;</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Возможность без прерывания работы системы, загружать и выгружать новые драйверы, файловые системы и </a:t>
            </a:r>
            <a:r>
              <a:rPr lang="ru-RU" sz="3600" dirty="0" err="1">
                <a:solidFill>
                  <a:schemeClr val="bg1"/>
                </a:solidFill>
                <a:latin typeface="Open Sans Light" charset="0"/>
                <a:ea typeface="ＭＳ Ｐゴシック" charset="0"/>
                <a:cs typeface="Open Sans Light" charset="0"/>
                <a:sym typeface="Open Sans Light" charset="0"/>
              </a:rPr>
              <a:t>т.Д.</a:t>
            </a:r>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Возможность отладки компонентов ядра с помощью обычных программных средств;</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Повышенная надежность системы (ошибка на уровне непривилегированной программы менее опасна, чем отказ на уровне режима ядра).</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К недостаткам построения ОС в данной архитектуре относят:</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Дополнительные накладные расходы, связанные с передачей сообщений;</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Усложнение процесса проектирования при попытке снижения возможных накладных расходов (требуется «аккуратное» проектирование, разбиение системы на компоненты, минимизация взаимодействия между ними).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167672098"/>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Обеспечивая строгую структуризацию, можно представить всю вычислительную систему в виде ряда уровней с хорошо определенными связями между ними. При этом объекты уровня N могут вызывать только объекты уровня N-1. Чем ниже уровень, тем более привилегированные команды и действия может выполнять модуль, находящийся на этом уровне. Впервые такой подход был применен при создании системы THE (</a:t>
            </a:r>
            <a:r>
              <a:rPr lang="ru-RU" sz="3600" dirty="0" err="1">
                <a:solidFill>
                  <a:schemeClr val="bg1"/>
                </a:solidFill>
                <a:latin typeface="Open Sans Light" charset="0"/>
                <a:ea typeface="ＭＳ Ｐゴシック" charset="0"/>
                <a:cs typeface="Open Sans Light" charset="0"/>
                <a:sym typeface="Open Sans Light" charset="0"/>
              </a:rPr>
              <a:t>Technishe</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Hogeschool</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Eindhoven</a:t>
            </a:r>
            <a:r>
              <a:rPr lang="ru-RU" sz="3600" dirty="0">
                <a:solidFill>
                  <a:schemeClr val="bg1"/>
                </a:solidFill>
                <a:latin typeface="Open Sans Light" charset="0"/>
                <a:ea typeface="ＭＳ Ｐゴシック" charset="0"/>
                <a:cs typeface="Open Sans Light" charset="0"/>
                <a:sym typeface="Open Sans Light" charset="0"/>
              </a:rPr>
              <a:t>) в 1968 г. </a:t>
            </a:r>
            <a:r>
              <a:rPr lang="ru-RU" sz="3600" dirty="0" err="1">
                <a:solidFill>
                  <a:schemeClr val="bg1"/>
                </a:solidFill>
                <a:latin typeface="Open Sans Light" charset="0"/>
                <a:ea typeface="ＭＳ Ｐゴシック" charset="0"/>
                <a:cs typeface="Open Sans Light" charset="0"/>
                <a:sym typeface="Open Sans Light" charset="0"/>
              </a:rPr>
              <a:t>Дейкстрой</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Dijkstra</a:t>
            </a:r>
            <a:r>
              <a:rPr lang="ru-RU" sz="3600" dirty="0">
                <a:solidFill>
                  <a:schemeClr val="bg1"/>
                </a:solidFill>
                <a:latin typeface="Open Sans Light" charset="0"/>
                <a:ea typeface="ＭＳ Ｐゴシック" charset="0"/>
                <a:cs typeface="Open Sans Light" charset="0"/>
                <a:sym typeface="Open Sans Light" charset="0"/>
              </a:rPr>
              <a:t>) и его студентами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Многоуровневые системы</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33</a:t>
            </a:fld>
            <a:endParaRPr lang="en-US" sz="2400" dirty="0">
              <a:solidFill>
                <a:srgbClr val="B3B3B3"/>
              </a:solidFill>
              <a:latin typeface="Open Sans Bold" charset="0"/>
              <a:ea typeface="ＭＳ Ｐゴシック" charset="0"/>
              <a:cs typeface="Open Sans Bold" charset="0"/>
              <a:sym typeface="Open Sans Bold" charset="0"/>
            </a:endParaRPr>
          </a:p>
        </p:txBody>
      </p:sp>
      <p:pic>
        <p:nvPicPr>
          <p:cNvPr id="1026" name="Picture 2">
            <a:extLst>
              <a:ext uri="{FF2B5EF4-FFF2-40B4-BE49-F238E27FC236}">
                <a16:creationId xmlns:a16="http://schemas.microsoft.com/office/drawing/2014/main" id="{0C726F9B-3EB8-27FD-BBC3-3414750F28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6881" y="5943600"/>
            <a:ext cx="13010238" cy="5719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74515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Вычислительные системы, реализованные в подобной архитектуре, называют многоуровневыми системами (англ. </a:t>
            </a:r>
            <a:r>
              <a:rPr lang="ru-RU" sz="3600" dirty="0" err="1">
                <a:solidFill>
                  <a:schemeClr val="bg1"/>
                </a:solidFill>
                <a:latin typeface="Open Sans Light" charset="0"/>
                <a:ea typeface="ＭＳ Ｐゴシック" charset="0"/>
                <a:cs typeface="Open Sans Light" charset="0"/>
                <a:sym typeface="Open Sans Light" charset="0"/>
              </a:rPr>
              <a:t>layered</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systems</a:t>
            </a:r>
            <a:r>
              <a:rPr lang="ru-RU" sz="3600" dirty="0">
                <a:solidFill>
                  <a:schemeClr val="bg1"/>
                </a:solidFill>
                <a:latin typeface="Open Sans Light" charset="0"/>
                <a:ea typeface="ＭＳ Ｐゴシック" charset="0"/>
                <a:cs typeface="Open Sans Light" charset="0"/>
                <a:sym typeface="Open Sans Light" charset="0"/>
              </a:rPr>
              <a:t>).</a:t>
            </a:r>
          </a:p>
          <a:p>
            <a:pPr algn="just"/>
            <a:r>
              <a:rPr lang="ru-RU" sz="3600" dirty="0">
                <a:solidFill>
                  <a:schemeClr val="bg1"/>
                </a:solidFill>
                <a:latin typeface="Open Sans Light" charset="0"/>
                <a:ea typeface="ＭＳ Ｐゴシック" charset="0"/>
                <a:cs typeface="Open Sans Light" charset="0"/>
                <a:sym typeface="Open Sans Light" charset="0"/>
              </a:rPr>
              <a:t>В качестве достоинства многоуровневых систем отмечают:</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Простоту реализации (за счет того, что при использовании операций нижнего слоя не нужно знать, как они реализованы, нужно лишь понимать, что они делают);</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Простоту тестирования (отладка осуществляется послойно и при возникновении ошибки всегда легко локализовать ошибку);</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Простоту модификации (при необходимости можно заменить лишь один слой, не трогая остальные).</a:t>
            </a:r>
          </a:p>
          <a:p>
            <a:pPr marL="571500" indent="-571500" algn="just">
              <a:buFont typeface="Arial" panose="020B0604020202020204" pitchFamily="34" charset="0"/>
              <a:buChar char="•"/>
            </a:pPr>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К недостаткам относят:</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Сложность разработки (непросто верно определить порядок и состав каждого из слоев);</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Меньшая по сравнению с монолитными системами эффективность за счет необходимости прохождения целого ряда слоев (например, для выполнения операций ввода-вывода программе пользователя придется последовательно проходить все слои от верхнего до нижнего).</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Многоуровневые системы</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675650205"/>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Виртуальной машиной (англ. </a:t>
            </a:r>
            <a:r>
              <a:rPr lang="ru-RU" sz="3600" dirty="0" err="1">
                <a:solidFill>
                  <a:schemeClr val="bg1"/>
                </a:solidFill>
                <a:latin typeface="Open Sans Light" charset="0"/>
                <a:ea typeface="ＭＳ Ｐゴシック" charset="0"/>
                <a:cs typeface="Open Sans Light" charset="0"/>
                <a:sym typeface="Open Sans Light" charset="0"/>
              </a:rPr>
              <a:t>virtual</a:t>
            </a:r>
            <a:r>
              <a:rPr lang="ru-RU" sz="3600" dirty="0">
                <a:solidFill>
                  <a:schemeClr val="bg1"/>
                </a:solidFill>
                <a:latin typeface="Open Sans Light" charset="0"/>
                <a:ea typeface="ＭＳ Ｐゴシック" charset="0"/>
                <a:cs typeface="Open Sans Light" charset="0"/>
                <a:sym typeface="Open Sans Light" charset="0"/>
              </a:rPr>
              <a:t> </a:t>
            </a:r>
            <a:r>
              <a:rPr lang="ru-RU" sz="3600" dirty="0" err="1">
                <a:solidFill>
                  <a:schemeClr val="bg1"/>
                </a:solidFill>
                <a:latin typeface="Open Sans Light" charset="0"/>
                <a:ea typeface="ＭＳ Ｐゴシック" charset="0"/>
                <a:cs typeface="Open Sans Light" charset="0"/>
                <a:sym typeface="Open Sans Light" charset="0"/>
              </a:rPr>
              <a:t>machine</a:t>
            </a:r>
            <a:r>
              <a:rPr lang="ru-RU" sz="3600" dirty="0">
                <a:solidFill>
                  <a:schemeClr val="bg1"/>
                </a:solidFill>
                <a:latin typeface="Open Sans Light" charset="0"/>
                <a:ea typeface="ＭＳ Ｐゴシック" charset="0"/>
                <a:cs typeface="Open Sans Light" charset="0"/>
                <a:sym typeface="Open Sans Light" charset="0"/>
              </a:rPr>
              <a:t>) называют программную или аппаратную среду, исполняющую некоторый код (например, байт-код или машинный код реального процессора). Зачастую виртуальная машина эмулирует работу реального компьютера. На виртуальную машину, так же как и на реальный компьютер можно инсталлировать ОС, у виртуальной машины может быть BIOS, оперативная память, жёсткий диск (выделенное место на жёстком диске реального компьютера), могут эмулироваться периферийные устройства. На одном компьютере может функционировать несколько виртуальных машин. На рисунке представлена обобщенная структура некоторой виртуальной машины с тремя различными ОС.</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Виртуальная машина реализует для пользователя имитацию </a:t>
            </a:r>
            <a:r>
              <a:rPr lang="ru-RU" sz="3600" dirty="0" err="1">
                <a:solidFill>
                  <a:schemeClr val="bg1"/>
                </a:solidFill>
                <a:latin typeface="Open Sans Light" charset="0"/>
                <a:ea typeface="ＭＳ Ｐゴシック" charset="0"/>
                <a:cs typeface="Open Sans Light" charset="0"/>
                <a:sym typeface="Open Sans Light" charset="0"/>
              </a:rPr>
              <a:t>hardware</a:t>
            </a:r>
            <a:r>
              <a:rPr lang="ru-RU" sz="3600" dirty="0">
                <a:solidFill>
                  <a:schemeClr val="bg1"/>
                </a:solidFill>
                <a:latin typeface="Open Sans Light" charset="0"/>
                <a:ea typeface="ＭＳ Ｐゴシック" charset="0"/>
                <a:cs typeface="Open Sans Light" charset="0"/>
                <a:sym typeface="Open Sans Light" charset="0"/>
              </a:rPr>
              <a:t> в вычислительной системе (процессор, привилегированные и непривилегированные команды, устройства ввода-вывода, прерывания и т.д.). При обращении к «виртуальному </a:t>
            </a:r>
            <a:r>
              <a:rPr lang="ru-RU" sz="3600" dirty="0" err="1">
                <a:solidFill>
                  <a:schemeClr val="bg1"/>
                </a:solidFill>
                <a:latin typeface="Open Sans Light" charset="0"/>
                <a:ea typeface="ＭＳ Ｐゴシック" charset="0"/>
                <a:cs typeface="Open Sans Light" charset="0"/>
                <a:sym typeface="Open Sans Light" charset="0"/>
              </a:rPr>
              <a:t>hardware</a:t>
            </a:r>
            <a:r>
              <a:rPr lang="ru-RU" sz="3600" dirty="0">
                <a:solidFill>
                  <a:schemeClr val="bg1"/>
                </a:solidFill>
                <a:latin typeface="Open Sans Light" charset="0"/>
                <a:ea typeface="ＭＳ Ｐゴシック" charset="0"/>
                <a:cs typeface="Open Sans Light" charset="0"/>
                <a:sym typeface="Open Sans Light" charset="0"/>
              </a:rPr>
              <a:t>» на уровне привилегированных команд в действительности происходит системный вызов реальной ОС, которая и производит все необходимые действия.</a:t>
            </a:r>
          </a:p>
          <a:p>
            <a:pPr algn="just"/>
            <a:endParaRPr lang="ru-RU" sz="3600" dirty="0">
              <a:solidFill>
                <a:schemeClr val="bg1"/>
              </a:solidFill>
              <a:latin typeface="Open Sans Light" charset="0"/>
              <a:ea typeface="ＭＳ Ｐゴシック" charset="0"/>
              <a:cs typeface="Open Sans Light" charset="0"/>
              <a:sym typeface="Open Sans Light" charset="0"/>
            </a:endParaRP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Виртуальные машины</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618123091"/>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Недостатками реализации ОС в подобных архитектурах является снижение эффективности виртуальных машин по сравнению с реальным компьютером, и, как правило, их громоздкость. Преимуществом является использование в рамках одной вычислительной системы программ, созданных для разных ОС. Примерами ОС, реализованных в подобной архитектуре, являются CP/CMS (VM/370) для семейства машин IBM/370, VMWare </a:t>
            </a:r>
            <a:r>
              <a:rPr lang="ru-RU" sz="3600" dirty="0" err="1">
                <a:solidFill>
                  <a:schemeClr val="bg1"/>
                </a:solidFill>
                <a:latin typeface="Open Sans Light" charset="0"/>
                <a:ea typeface="ＭＳ Ｐゴシック" charset="0"/>
                <a:cs typeface="Open Sans Light" charset="0"/>
                <a:sym typeface="Open Sans Light" charset="0"/>
              </a:rPr>
              <a:t>Workstation</a:t>
            </a:r>
            <a:r>
              <a:rPr lang="ru-RU" sz="3600" dirty="0">
                <a:solidFill>
                  <a:schemeClr val="bg1"/>
                </a:solidFill>
                <a:latin typeface="Open Sans Light" charset="0"/>
                <a:ea typeface="ＭＳ Ｐゴシック" charset="0"/>
                <a:cs typeface="Open Sans Light" charset="0"/>
                <a:sym typeface="Open Sans Light" charset="0"/>
              </a:rPr>
              <a:t> компании VMWare.</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Виртуальные машины</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36</a:t>
            </a:fld>
            <a:endParaRPr lang="en-US" sz="2400" dirty="0">
              <a:solidFill>
                <a:srgbClr val="B3B3B3"/>
              </a:solidFill>
              <a:latin typeface="Open Sans Bold" charset="0"/>
              <a:ea typeface="ＭＳ Ｐゴシック" charset="0"/>
              <a:cs typeface="Open Sans Bold" charset="0"/>
              <a:sym typeface="Open Sans Bold" charset="0"/>
            </a:endParaRPr>
          </a:p>
        </p:txBody>
      </p:sp>
      <p:pic>
        <p:nvPicPr>
          <p:cNvPr id="2050" name="Picture 2">
            <a:extLst>
              <a:ext uri="{FF2B5EF4-FFF2-40B4-BE49-F238E27FC236}">
                <a16:creationId xmlns:a16="http://schemas.microsoft.com/office/drawing/2014/main" id="{224006CD-6721-AF8D-535C-915BB0555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4392" y="5668736"/>
            <a:ext cx="11915215" cy="653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615265"/>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В большинстве случаев современные ОС используют различные комбинации подходов, рассмотренных в </a:t>
            </a:r>
            <a:r>
              <a:rPr lang="ru-RU" sz="3600" dirty="0" err="1">
                <a:solidFill>
                  <a:schemeClr val="bg1"/>
                </a:solidFill>
                <a:latin typeface="Open Sans Light" charset="0"/>
                <a:ea typeface="ＭＳ Ｐゴシック" charset="0"/>
                <a:cs typeface="Open Sans Light" charset="0"/>
                <a:sym typeface="Open Sans Light" charset="0"/>
              </a:rPr>
              <a:t>пп</a:t>
            </a:r>
            <a:r>
              <a:rPr lang="ru-RU" sz="3600" dirty="0">
                <a:solidFill>
                  <a:schemeClr val="bg1"/>
                </a:solidFill>
                <a:latin typeface="Open Sans Light" charset="0"/>
                <a:ea typeface="ＭＳ Ｐゴシック" charset="0"/>
                <a:cs typeface="Open Sans Light" charset="0"/>
                <a:sym typeface="Open Sans Light" charset="0"/>
              </a:rPr>
              <a:t>. 2.1.1-2.1.4, реализуя смешанные (гибридные) ОС. Например, ядро ОС Linux представляет собой монолитную систему с элементами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архитектуры. Системы 4.4BSD и </a:t>
            </a:r>
            <a:r>
              <a:rPr lang="ru-RU" sz="3600" dirty="0" err="1">
                <a:solidFill>
                  <a:schemeClr val="bg1"/>
                </a:solidFill>
                <a:latin typeface="Open Sans Light" charset="0"/>
                <a:ea typeface="ＭＳ Ｐゴシック" charset="0"/>
                <a:cs typeface="Open Sans Light" charset="0"/>
                <a:sym typeface="Open Sans Light" charset="0"/>
              </a:rPr>
              <a:t>MkLinux</a:t>
            </a:r>
            <a:r>
              <a:rPr lang="ru-RU" sz="3600" dirty="0">
                <a:solidFill>
                  <a:schemeClr val="bg1"/>
                </a:solidFill>
                <a:latin typeface="Open Sans Light" charset="0"/>
                <a:ea typeface="ＭＳ Ｐゴシック" charset="0"/>
                <a:cs typeface="Open Sans Light" charset="0"/>
                <a:sym typeface="Open Sans Light" charset="0"/>
              </a:rPr>
              <a:t> – монолитные ОС, работающие на микроядре </a:t>
            </a:r>
            <a:r>
              <a:rPr lang="ru-RU" sz="3600" dirty="0" err="1">
                <a:solidFill>
                  <a:schemeClr val="bg1"/>
                </a:solidFill>
                <a:latin typeface="Open Sans Light" charset="0"/>
                <a:ea typeface="ＭＳ Ｐゴシック" charset="0"/>
                <a:cs typeface="Open Sans Light" charset="0"/>
                <a:sym typeface="Open Sans Light" charset="0"/>
              </a:rPr>
              <a:t>Mach</a:t>
            </a:r>
            <a:r>
              <a:rPr lang="ru-RU" sz="3600" dirty="0">
                <a:solidFill>
                  <a:schemeClr val="bg1"/>
                </a:solidFill>
                <a:latin typeface="Open Sans Light" charset="0"/>
                <a:ea typeface="ＭＳ Ｐゴシック" charset="0"/>
                <a:cs typeface="Open Sans Light" charset="0"/>
                <a:sym typeface="Open Sans Light" charset="0"/>
              </a:rPr>
              <a:t> (микроядро обеспечивает управление виртуальной памятью и работу низкоуровневых драйверов; остальные функции, в том числе взаимодействие с прикладными программами, осуществляется монолитным ядром). Совместно элементы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архитектуры и элементы монолитного ядра используются в ядре Windows NT:</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Компоненты ядра </a:t>
            </a:r>
            <a:r>
              <a:rPr lang="ru-RU" sz="3600" dirty="0" err="1">
                <a:solidFill>
                  <a:schemeClr val="bg1"/>
                </a:solidFill>
                <a:latin typeface="Open Sans Light" charset="0"/>
                <a:ea typeface="ＭＳ Ｐゴシック" charset="0"/>
                <a:cs typeface="Open Sans Light" charset="0"/>
                <a:sym typeface="Open Sans Light" charset="0"/>
              </a:rPr>
              <a:t>windows</a:t>
            </a:r>
            <a:r>
              <a:rPr lang="ru-RU" sz="3600" dirty="0">
                <a:solidFill>
                  <a:schemeClr val="bg1"/>
                </a:solidFill>
                <a:latin typeface="Open Sans Light" charset="0"/>
                <a:ea typeface="ＭＳ Ｐゴシック" charset="0"/>
                <a:cs typeface="Open Sans Light" charset="0"/>
                <a:sym typeface="Open Sans Light" charset="0"/>
              </a:rPr>
              <a:t> NT располагаются в вытесняемой памяти и взаимодействуют друг с другом путем передачи сообщений, как и положено в </a:t>
            </a:r>
            <a:r>
              <a:rPr lang="ru-RU" sz="3600" dirty="0" err="1">
                <a:solidFill>
                  <a:schemeClr val="bg1"/>
                </a:solidFill>
                <a:latin typeface="Open Sans Light" charset="0"/>
                <a:ea typeface="ＭＳ Ｐゴシック" charset="0"/>
                <a:cs typeface="Open Sans Light" charset="0"/>
                <a:sym typeface="Open Sans Light" charset="0"/>
              </a:rPr>
              <a:t>микроядерных</a:t>
            </a:r>
            <a:r>
              <a:rPr lang="ru-RU" sz="3600" dirty="0">
                <a:solidFill>
                  <a:schemeClr val="bg1"/>
                </a:solidFill>
                <a:latin typeface="Open Sans Light" charset="0"/>
                <a:ea typeface="ＭＳ Ｐゴシック" charset="0"/>
                <a:cs typeface="Open Sans Light" charset="0"/>
                <a:sym typeface="Open Sans Light" charset="0"/>
              </a:rPr>
              <a:t> ОС;</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Все компоненты ядра работают в одном адресном пространстве и активно используют общие структуры данных.</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Смешанные системы</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37</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715627678"/>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В зависимости от выбранного признака, по которому один объект отличают от другого, вариантов классификации может быть множество. Что касается ОС, здесь уже давно сформировалось относительно небольшое количество классификаций: по назначению, по режиму обработки задач, по способу взаимодействия с системой и, наконец, по способам построения (архитектурным особенностям системы).</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Прежде всего, традиционно различают ОС общего и специального назначения. Системы специального назначения, в свою очередь, подразделяются на ОС для носимых микрокомпьютеров и различных встроенных систем, организации и ведения баз данных, решения задач реального времени и т.п. Еще недавно ОС для персональных компьютеров относили к ОС специального назначения. Сегодня современные мультизадачные ОС для персональных компьютеров уже многими относятся к ОС общего назначения, поскольку их можно использовать для самых разнообразных целей.</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767972032"/>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По режиму обработки задач различают ОС, обеспечивающие однопрограммный и мультипрограммный (мультизадачный, многозадачный) режимы. Любая задержка в решении программы (например, для осуществления операций ввода-вывода данных) используется для выполнения других программ. Однозадачные ОС (например, MS-DOS, MSX) выполняют функцию предоставления пользователю виртуальной машины, делая более простым и удобным процесс взаимодействия пользователя с компьютером, а также включают средства управления периферийными устройствами, средства управления файлами, средства общения с пользователем.</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Следует различать понятия «мультипрограммный режим» и «мультизадачный режим» . Принципиальное отличие этих понятий заключается в том, что мультипрограммный режим обеспечивает параллельное выполнение нескольких приложений, и при этом программисты, создающие эти программы, не должны заботиться о механизмах организации их параллельной работы (эти функции берет на себя сама ОС). Мультизадачный режим, наоборот, предполагает, что забота о параллельном выполнении и взаимодействии приложений ложится как раз на прикладных программистов. Современные ОС для персональных компьютеров реализуют мультипрограммный и мультизадачный режимы работы.</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39</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419864409"/>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Среди множества существующих вариантов реализации многозадачности можно выделить две группы:</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Не вытесняющая многозадачность (</a:t>
            </a:r>
            <a:r>
              <a:rPr lang="ru-RU" sz="3600" dirty="0" err="1">
                <a:solidFill>
                  <a:schemeClr val="bg1"/>
                </a:solidFill>
                <a:latin typeface="Open Sans Light" charset="0"/>
                <a:ea typeface="ＭＳ Ｐゴシック" charset="0"/>
                <a:cs typeface="Open Sans Light" charset="0"/>
                <a:sym typeface="Open Sans Light" charset="0"/>
              </a:rPr>
              <a:t>NetWare</a:t>
            </a:r>
            <a:r>
              <a:rPr lang="ru-RU" sz="3600" dirty="0">
                <a:solidFill>
                  <a:schemeClr val="bg1"/>
                </a:solidFill>
                <a:latin typeface="Open Sans Light" charset="0"/>
                <a:ea typeface="ＭＳ Ｐゴシック" charset="0"/>
                <a:cs typeface="Open Sans Light" charset="0"/>
                <a:sym typeface="Open Sans Light" charset="0"/>
              </a:rPr>
              <a:t>, Windows 3.x) – механизм планирования процессов целиком сосредоточен в ОС. В этом случае активный процесс выполняется до тех пор, пока он сам, по собственной инициативе, не отдаст управление ОС для того, чтобы та выбрала из очереди другой готовый к выполнению процесс.</a:t>
            </a:r>
          </a:p>
          <a:p>
            <a:pPr marL="742950" indent="-742950" algn="just">
              <a:buFont typeface="+mj-lt"/>
              <a:buAutoNum type="arabicPeriod"/>
            </a:pPr>
            <a:endParaRPr lang="ru-RU"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Вытесняющая многозадачность (Windows NT, OS/2, Unix) – механизм планирования процессов распределен между системой и прикладными программами. При вытесняющей многозадачности решение о переключении процессора с одного процесса на другой принимается ОС, а не самим активным процессом.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327584898"/>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Также многозадачные ОС подразделяют на различные типы в соответствии с использованными при их разработке критериями эффективности:</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Системы пакетной обработки (например, EC, критерий – коэффициент загрузки процессора);</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Системы разделения времени (</a:t>
            </a:r>
            <a:r>
              <a:rPr lang="ru-RU" sz="3600" dirty="0" err="1">
                <a:solidFill>
                  <a:schemeClr val="bg1"/>
                </a:solidFill>
                <a:latin typeface="Open Sans Light" charset="0"/>
                <a:ea typeface="ＭＳ Ｐゴシック" charset="0"/>
                <a:cs typeface="Open Sans Light" charset="0"/>
                <a:sym typeface="Open Sans Light" charset="0"/>
              </a:rPr>
              <a:t>unix</a:t>
            </a:r>
            <a:r>
              <a:rPr lang="ru-RU" sz="3600" dirty="0">
                <a:solidFill>
                  <a:schemeClr val="bg1"/>
                </a:solidFill>
                <a:latin typeface="Open Sans Light" charset="0"/>
                <a:ea typeface="ＭＳ Ｐゴシック" charset="0"/>
                <a:cs typeface="Open Sans Light" charset="0"/>
                <a:sym typeface="Open Sans Light" charset="0"/>
              </a:rPr>
              <a:t>, VMS, критерий – удобство и эффективность работы пользователей при одновременном выполнении нескольких пользовательских приложений);</a:t>
            </a:r>
          </a:p>
          <a:p>
            <a:pPr marL="571500" indent="-571500" algn="just">
              <a:buFont typeface="Arial" panose="020B0604020202020204" pitchFamily="34" charset="0"/>
              <a:buChar char="•"/>
            </a:pPr>
            <a:r>
              <a:rPr lang="ru-RU" sz="3600" dirty="0">
                <a:solidFill>
                  <a:schemeClr val="bg1"/>
                </a:solidFill>
                <a:latin typeface="Open Sans Light" charset="0"/>
                <a:ea typeface="ＭＳ Ｐゴシック" charset="0"/>
                <a:cs typeface="Open Sans Light" charset="0"/>
                <a:sym typeface="Open Sans Light" charset="0"/>
              </a:rPr>
              <a:t>Системы реального времени (QNX, RT/11, критерий – реактивность).</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342142185"/>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При организации работы с вычислительной системой в диалоговом режиме можно говорить об однопользовательских (однотерминальных) и многопользовательских (</a:t>
            </a:r>
            <a:r>
              <a:rPr lang="ru-RU" sz="36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600" dirty="0">
                <a:solidFill>
                  <a:schemeClr val="bg1"/>
                </a:solidFill>
                <a:latin typeface="Open Sans Light" charset="0"/>
                <a:ea typeface="ＭＳ Ｐゴシック" charset="0"/>
                <a:cs typeface="Open Sans Light" charset="0"/>
                <a:sym typeface="Open Sans Light" charset="0"/>
              </a:rPr>
              <a:t>) ОС. В </a:t>
            </a:r>
            <a:r>
              <a:rPr lang="ru-RU" sz="36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600" dirty="0">
                <a:solidFill>
                  <a:schemeClr val="bg1"/>
                </a:solidFill>
                <a:latin typeface="Open Sans Light" charset="0"/>
                <a:ea typeface="ＭＳ Ｐゴシック" charset="0"/>
                <a:cs typeface="Open Sans Light" charset="0"/>
                <a:sym typeface="Open Sans Light" charset="0"/>
              </a:rPr>
              <a:t> ОС с одной вычислительной системой одновременно могут работать несколько пользователей, каждый со своего терминала. При этом у пользователей возникает иллюзия, что у каждого из них имеется собственная вычислительная система. Очевидно, что для организации </a:t>
            </a:r>
            <a:r>
              <a:rPr lang="ru-RU" sz="3600" dirty="0" err="1">
                <a:solidFill>
                  <a:schemeClr val="bg1"/>
                </a:solidFill>
                <a:latin typeface="Open Sans Light" charset="0"/>
                <a:ea typeface="ＭＳ Ｐゴシック" charset="0"/>
                <a:cs typeface="Open Sans Light" charset="0"/>
                <a:sym typeface="Open Sans Light" charset="0"/>
              </a:rPr>
              <a:t>мультитерминального</a:t>
            </a:r>
            <a:r>
              <a:rPr lang="ru-RU" sz="3600" dirty="0">
                <a:solidFill>
                  <a:schemeClr val="bg1"/>
                </a:solidFill>
                <a:latin typeface="Open Sans Light" charset="0"/>
                <a:ea typeface="ＭＳ Ｐゴシック" charset="0"/>
                <a:cs typeface="Open Sans Light" charset="0"/>
                <a:sym typeface="Open Sans Light" charset="0"/>
              </a:rPr>
              <a:t> доступа к вычислительной системе необходимо обеспечить мультипрограммный режим работы. В качестве одного из примеров </a:t>
            </a:r>
            <a:r>
              <a:rPr lang="ru-RU" sz="36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600" dirty="0">
                <a:solidFill>
                  <a:schemeClr val="bg1"/>
                </a:solidFill>
                <a:latin typeface="Open Sans Light" charset="0"/>
                <a:ea typeface="ＭＳ Ｐゴシック" charset="0"/>
                <a:cs typeface="Open Sans Light" charset="0"/>
                <a:sym typeface="Open Sans Light" charset="0"/>
              </a:rPr>
              <a:t> ОС для персональных компьютеров можно назвать Linux. Некая имитация </a:t>
            </a:r>
            <a:r>
              <a:rPr lang="ru-RU" sz="3600" dirty="0" err="1">
                <a:solidFill>
                  <a:schemeClr val="bg1"/>
                </a:solidFill>
                <a:latin typeface="Open Sans Light" charset="0"/>
                <a:ea typeface="ＭＳ Ｐゴシック" charset="0"/>
                <a:cs typeface="Open Sans Light" charset="0"/>
                <a:sym typeface="Open Sans Light" charset="0"/>
              </a:rPr>
              <a:t>мультитерминальных</a:t>
            </a:r>
            <a:r>
              <a:rPr lang="ru-RU" sz="3600" dirty="0">
                <a:solidFill>
                  <a:schemeClr val="bg1"/>
                </a:solidFill>
                <a:latin typeface="Open Sans Light" charset="0"/>
                <a:ea typeface="ＭＳ Ｐゴシック" charset="0"/>
                <a:cs typeface="Open Sans Light" charset="0"/>
                <a:sym typeface="Open Sans Light" charset="0"/>
              </a:rPr>
              <a:t> возможностей имеется и в системе Windows XP. В этой ОС каждый пользователь после регистрации (входа в систему) получает свою виртуальную машину. </a:t>
            </a:r>
          </a:p>
          <a:p>
            <a:pPr algn="just"/>
            <a:r>
              <a:rPr lang="ru-RU" sz="3600" dirty="0">
                <a:solidFill>
                  <a:schemeClr val="bg1"/>
                </a:solidFill>
                <a:latin typeface="Open Sans Light" charset="0"/>
                <a:ea typeface="ＭＳ Ｐゴシック" charset="0"/>
                <a:cs typeface="Open Sans Light" charset="0"/>
                <a:sym typeface="Open Sans Light" charset="0"/>
              </a:rPr>
              <a:t>	Если необходимо временно предоставить компьютер другому пользователю, вычислительные процессы первого можно не завершать, а просто для этого другого пользователя система создает новую виртуальную машину. В результате компьютер будет выполнять задачи и первого, и второго пользователя. Количество параллельно работающих виртуальных машин определяется имеющимися ресурсами. Главным отличием многопользовательских систем от однопользовательских является наличие средств защиты информации каждого пользователя от несанкционированного доступа других пользователей.</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877469952"/>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Кроме того, если в ОС отсутствуют или присутствуют средства поддержки многопроцессорной обработки, они могут быть разделены на многопроцессорные и однопроцессорные. Как правило, функции мультипроцессирования имеются в операционных системах Solaris 2.x фирмы Sun, Open Server 3.x компании Santa </a:t>
            </a:r>
            <a:r>
              <a:rPr lang="ru-RU" sz="3600" dirty="0" err="1">
                <a:solidFill>
                  <a:schemeClr val="bg1"/>
                </a:solidFill>
                <a:latin typeface="Open Sans Light" charset="0"/>
                <a:ea typeface="ＭＳ Ｐゴシック" charset="0"/>
                <a:cs typeface="Open Sans Light" charset="0"/>
                <a:sym typeface="Open Sans Light" charset="0"/>
              </a:rPr>
              <a:t>Crus</a:t>
            </a:r>
            <a:r>
              <a:rPr lang="ru-RU" sz="3600" dirty="0">
                <a:solidFill>
                  <a:schemeClr val="bg1"/>
                </a:solidFill>
                <a:latin typeface="Open Sans Light" charset="0"/>
                <a:ea typeface="ＭＳ Ｐゴシック" charset="0"/>
                <a:cs typeface="Open Sans Light" charset="0"/>
                <a:sym typeface="Open Sans Light" charset="0"/>
              </a:rPr>
              <a:t> Operations, OS/2 фирмы IBM, Windows NT фирмы Microsoft, </a:t>
            </a:r>
            <a:r>
              <a:rPr lang="ru-RU" sz="3600" dirty="0" err="1">
                <a:solidFill>
                  <a:schemeClr val="bg1"/>
                </a:solidFill>
                <a:latin typeface="Open Sans Light" charset="0"/>
                <a:ea typeface="ＭＳ Ｐゴシック" charset="0"/>
                <a:cs typeface="Open Sans Light" charset="0"/>
                <a:sym typeface="Open Sans Light" charset="0"/>
              </a:rPr>
              <a:t>NetWare</a:t>
            </a:r>
            <a:r>
              <a:rPr lang="ru-RU" sz="3600" dirty="0">
                <a:solidFill>
                  <a:schemeClr val="bg1"/>
                </a:solidFill>
                <a:latin typeface="Open Sans Light" charset="0"/>
                <a:ea typeface="ＭＳ Ｐゴシック" charset="0"/>
                <a:cs typeface="Open Sans Light" charset="0"/>
                <a:sym typeface="Open Sans Light" charset="0"/>
              </a:rPr>
              <a:t> 4.1 фирмы Novell, однако, очевидно, их наличие усложняет алгоритмы управления ресурсами. В свою очередь, многопроцессорные ОС могут классифицироваться по способу организации вычислительного процесса в системе с многопроцессорной архитектурой: асимметричные OC и симметричные OC. </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Асимметричная ОС целиком выполняется только на одном из процессоров системы, распределяя прикладные задачи по остальным процессорам. </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Симметричная ОС полностью децентрализована и использует весь пул процессоров, разделяя их между системными и прикладными задачами.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618127403"/>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Следует отметить еще один признак, по которому разделяют ОС – организация работы с вычислительной сетью. По этому признаку выделяют сетевые ОС и распределенные ОС (следует отметить, что иногда в литературе такое разделение отсутствует). Сетевая ОС характеризуется тем, что наделена развитыми функциями работы с сетью, а также контроля доступа к файлам (систему прав доступа). К сетевым ОС относят как системы для рабочих мест (Novell </a:t>
            </a:r>
            <a:r>
              <a:rPr lang="ru-RU" sz="3600" dirty="0" err="1">
                <a:solidFill>
                  <a:schemeClr val="bg1"/>
                </a:solidFill>
                <a:latin typeface="Open Sans Light" charset="0"/>
                <a:ea typeface="ＭＳ Ｐゴシック" charset="0"/>
                <a:cs typeface="Open Sans Light" charset="0"/>
                <a:sym typeface="Open Sans Light" charset="0"/>
              </a:rPr>
              <a:t>for</a:t>
            </a:r>
            <a:r>
              <a:rPr lang="ru-RU" sz="3600" dirty="0">
                <a:solidFill>
                  <a:schemeClr val="bg1"/>
                </a:solidFill>
                <a:latin typeface="Open Sans Light" charset="0"/>
                <a:ea typeface="ＭＳ Ｐゴシック" charset="0"/>
                <a:cs typeface="Open Sans Light" charset="0"/>
                <a:sym typeface="Open Sans Light" charset="0"/>
              </a:rPr>
              <a:t> DOS, MS Windows, GNU/Linux), так серверные ОС (GNU/Linux, семейство BSD-систем, серверные версии MS Windows), а также специализированные ОС сетевого оборудования (Cisco IOS ) .</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При использовании распределенной ОС пользователь не знает, на локальной или удаленной машине хранятся его файлы и выполняются его программы, он может не знать, подключен ли его компьютер к сети. Внешне распределенная ОС выглядит как обычная автономная система, а ее внутреннее строение имеет существенные отличия от автономных систем.</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Также ОС классифицируют по архитектуре, в которой они реализованы.</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Классификация ОС</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35043783"/>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0" name="Group 8"/>
          <p:cNvGrpSpPr>
            <a:grpSpLocks/>
          </p:cNvGrpSpPr>
          <p:nvPr/>
        </p:nvGrpSpPr>
        <p:grpSpPr bwMode="auto">
          <a:xfrm>
            <a:off x="1371600" y="3173413"/>
            <a:ext cx="21564600" cy="7354887"/>
            <a:chOff x="2608" y="0"/>
            <a:chExt cx="6690" cy="4632"/>
          </a:xfrm>
        </p:grpSpPr>
        <p:sp>
          <p:nvSpPr>
            <p:cNvPr id="8194" name="Rectangle 2"/>
            <p:cNvSpPr>
              <a:spLocks/>
            </p:cNvSpPr>
            <p:nvPr/>
          </p:nvSpPr>
          <p:spPr bwMode="auto">
            <a:xfrm>
              <a:off x="2610" y="0"/>
              <a:ext cx="6688" cy="2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8800" dirty="0">
                  <a:solidFill>
                    <a:srgbClr val="CDCDCD"/>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8195" name="Rectangle 3"/>
            <p:cNvSpPr>
              <a:spLocks/>
            </p:cNvSpPr>
            <p:nvPr/>
          </p:nvSpPr>
          <p:spPr bwMode="auto">
            <a:xfrm>
              <a:off x="2608" y="3052"/>
              <a:ext cx="6688" cy="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4000" dirty="0">
                  <a:solidFill>
                    <a:srgbClr val="CDCDCD"/>
                  </a:solidFill>
                  <a:latin typeface="Open Sans Light" charset="0"/>
                  <a:ea typeface="ＭＳ Ｐゴシック" charset="0"/>
                  <a:cs typeface="Open Sans Light" charset="0"/>
                  <a:sym typeface="Open Sans Light" charset="0"/>
                </a:rPr>
                <a:t>ОПЕРАЦИОННЫЕ СИСТЕМЫ И СРЕДЫ</a:t>
              </a:r>
            </a:p>
            <a:p>
              <a:pPr algn="l"/>
              <a:r>
                <a:rPr lang="ru-RU" sz="3600" dirty="0">
                  <a:solidFill>
                    <a:srgbClr val="CDCDCD"/>
                  </a:solidFill>
                  <a:latin typeface="Open Sans Light Italic" charset="0"/>
                  <a:ea typeface="ＭＳ Ｐゴシック" charset="0"/>
                  <a:cs typeface="Open Sans Light Italic" charset="0"/>
                  <a:sym typeface="Open Sans Light Italic" charset="0"/>
                </a:rPr>
                <a:t>Преподаватель: Сидиков И.Д.</a:t>
              </a:r>
              <a:endParaRPr lang="en-US" sz="3600" dirty="0">
                <a:solidFill>
                  <a:srgbClr val="CDCDCD"/>
                </a:solidFill>
                <a:latin typeface="Open Sans Light Italic" charset="0"/>
                <a:ea typeface="ＭＳ Ｐゴシック" charset="0"/>
                <a:cs typeface="Open Sans Light Italic" charset="0"/>
                <a:sym typeface="Open Sans Light Italic" charset="0"/>
              </a:endParaRPr>
            </a:p>
          </p:txBody>
        </p:sp>
        <p:grpSp>
          <p:nvGrpSpPr>
            <p:cNvPr id="8199" name="Group 7"/>
            <p:cNvGrpSpPr>
              <a:grpSpLocks/>
            </p:cNvGrpSpPr>
            <p:nvPr/>
          </p:nvGrpSpPr>
          <p:grpSpPr bwMode="auto">
            <a:xfrm>
              <a:off x="2615" y="2800"/>
              <a:ext cx="6184" cy="1832"/>
              <a:chOff x="0" y="0"/>
              <a:chExt cx="6183" cy="1831"/>
            </a:xfrm>
          </p:grpSpPr>
          <p:sp>
            <p:nvSpPr>
              <p:cNvPr id="8197" name="Line 5"/>
              <p:cNvSpPr>
                <a:spLocks noChangeShapeType="1"/>
              </p:cNvSpPr>
              <p:nvPr/>
            </p:nvSpPr>
            <p:spPr bwMode="auto">
              <a:xfrm>
                <a:off x="2" y="0"/>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8198" name="Line 6"/>
              <p:cNvSpPr>
                <a:spLocks noChangeShapeType="1"/>
              </p:cNvSpPr>
              <p:nvPr/>
            </p:nvSpPr>
            <p:spPr bwMode="auto">
              <a:xfrm>
                <a:off x="0" y="1831"/>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grpSp>
      </p:grpSp>
      <p:sp>
        <p:nvSpPr>
          <p:cNvPr id="8201" name="Rectangle 9"/>
          <p:cNvSpPr>
            <a:spLocks/>
          </p:cNvSpPr>
          <p:nvPr/>
        </p:nvSpPr>
        <p:spPr bwMode="auto">
          <a:xfrm>
            <a:off x="22244012" y="12705834"/>
            <a:ext cx="50013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ru-RU" sz="2400" dirty="0">
                <a:solidFill>
                  <a:srgbClr val="B3B3B3"/>
                </a:solidFill>
                <a:latin typeface="Open Sans Bold" charset="0"/>
                <a:ea typeface="ＭＳ Ｐゴシック" charset="0"/>
                <a:cs typeface="Open Sans Bold" charset="0"/>
                <a:sym typeface="Open Sans Bold" charset="0"/>
              </a:rPr>
              <a:t>0</a:t>
            </a:r>
            <a:fld id="{1C2B3FBC-E633-4B61-9380-E4C2D137BCEB}" type="slidenum">
              <a:rPr lang="en-US" sz="2400" smtClean="0">
                <a:solidFill>
                  <a:srgbClr val="B3B3B3"/>
                </a:solidFill>
                <a:latin typeface="Open Sans Bold" charset="0"/>
                <a:ea typeface="ＭＳ Ｐゴシック" charset="0"/>
                <a:cs typeface="Open Sans Bold" charset="0"/>
                <a:sym typeface="Open Sans Bold" charset="0"/>
              </a:rPr>
              <a:t>45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237301195"/>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Современная тенденция в разработке операционных систем - это перенесение значительной части системного кода на  уровень  пользователя и, следовательно, минимизация ядра. Такой подход к построению ядра называется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архитектурой операционной системы или моделью клиент-сервер. Суть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архитектуры - в привилегированном режиме остается работать только очень небольшая часть ОС, называемая микроядром. </a:t>
            </a:r>
          </a:p>
          <a:p>
            <a:pPr algn="just"/>
            <a:r>
              <a:rPr lang="ru-RU" sz="3600" dirty="0">
                <a:solidFill>
                  <a:schemeClr val="bg1"/>
                </a:solidFill>
                <a:latin typeface="Open Sans Light" charset="0"/>
                <a:ea typeface="ＭＳ Ｐゴシック" charset="0"/>
                <a:cs typeface="Open Sans Light" charset="0"/>
                <a:sym typeface="Open Sans Light" charset="0"/>
              </a:rPr>
              <a:t>	Микроядро защищено от остальных частей ОС и приложений. В состав микроядра обычно входят машинно-зависимые модули, а также модули, выполняющие базовые функции ядра по управлению процессами, обработке прерываний, управлению виртуальной памятью, пересылке сообщений и управлению устройствами ввода/вывода, которые практически невозможно выполнить в пользовательском режиме. Все остальные функции ядра оформляются в виде приложений, работающих в пользовательском режиме, которые теперь называются серверами ОС.</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46</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689236562"/>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Клиент, которым может быть либо другой компонент ОС, либо прикладная программа, запрашивает сервис, посылая сообщение на сервер. Микроядро, работающее в привилегированном режиме, доставляет сообщение нужному серверу, сервер выполняет операцию, после чего ядро возвращает результаты клиенту с помощью другого сообщения</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Поддержка этого механизма является одной из главных задач микроядра.</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47</a:t>
            </a:fld>
            <a:endParaRPr lang="en-US" sz="2400" dirty="0">
              <a:solidFill>
                <a:srgbClr val="B3B3B3"/>
              </a:solidFill>
              <a:latin typeface="Open Sans Bold" charset="0"/>
              <a:ea typeface="ＭＳ Ｐゴシック" charset="0"/>
              <a:cs typeface="Open Sans Bold" charset="0"/>
              <a:sym typeface="Open Sans Bold" charset="0"/>
            </a:endParaRPr>
          </a:p>
        </p:txBody>
      </p:sp>
      <p:pic>
        <p:nvPicPr>
          <p:cNvPr id="3" name="Рисунок 2">
            <a:extLst>
              <a:ext uri="{FF2B5EF4-FFF2-40B4-BE49-F238E27FC236}">
                <a16:creationId xmlns:a16="http://schemas.microsoft.com/office/drawing/2014/main" id="{1DA88EB1-1B88-60E2-8211-09F6E15A0620}"/>
              </a:ext>
            </a:extLst>
          </p:cNvPr>
          <p:cNvPicPr>
            <a:picLocks noChangeAspect="1"/>
          </p:cNvPicPr>
          <p:nvPr/>
        </p:nvPicPr>
        <p:blipFill>
          <a:blip r:embed="rId2"/>
          <a:stretch>
            <a:fillRect/>
          </a:stretch>
        </p:blipFill>
        <p:spPr>
          <a:xfrm>
            <a:off x="7162800" y="5849685"/>
            <a:ext cx="10058400" cy="7154321"/>
          </a:xfrm>
          <a:prstGeom prst="rect">
            <a:avLst/>
          </a:prstGeom>
        </p:spPr>
      </p:pic>
    </p:spTree>
    <p:extLst>
      <p:ext uri="{BB962C8B-B14F-4D97-AF65-F5344CB8AC3E}">
        <p14:creationId xmlns:p14="http://schemas.microsoft.com/office/powerpoint/2010/main" val="3652948485"/>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Основное достоинство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архитектуры – высокая степень модульности ядра ОС. Это существенно упрощает добавление в него новых компонентов. В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операционной системе можно, не прерывая ее работы, загружать и выгружать новые драйверы, файловые системы и т. д. </a:t>
            </a:r>
          </a:p>
          <a:p>
            <a:pPr algn="just"/>
            <a:r>
              <a:rPr lang="ru-RU" sz="3600" dirty="0">
                <a:solidFill>
                  <a:schemeClr val="bg1"/>
                </a:solidFill>
                <a:latin typeface="Open Sans Light" charset="0"/>
                <a:ea typeface="ＭＳ Ｐゴシック" charset="0"/>
                <a:cs typeface="Open Sans Light" charset="0"/>
                <a:sym typeface="Open Sans Light" charset="0"/>
              </a:rPr>
              <a:t>	Существенно упрощается процесс отладки компонентов ядра, так как новая версия драйвера может загружаться без перезапуска всей операционной системы. Компоненты ядра операционной системы ничем принципиально не отличаются от пользовательских программ, поэтому для их отладки можно применять обычные средства. </a:t>
            </a:r>
          </a:p>
          <a:p>
            <a:pPr algn="just"/>
            <a:r>
              <a:rPr lang="ru-RU" sz="3600" dirty="0">
                <a:solidFill>
                  <a:schemeClr val="bg1"/>
                </a:solidFill>
                <a:latin typeface="Open Sans Light" charset="0"/>
                <a:ea typeface="ＭＳ Ｐゴシック" charset="0"/>
                <a:cs typeface="Open Sans Light" charset="0"/>
                <a:sym typeface="Open Sans Light" charset="0"/>
              </a:rPr>
              <a:t>	Микроядерная архитектура повышает надежность системы, поскольку ошибка на уровне непривилегированной программы менее опасна, чем отказ на уровне режима ядра. В то же время, </a:t>
            </a:r>
            <a:r>
              <a:rPr lang="ru-RU" sz="3600" dirty="0" err="1">
                <a:solidFill>
                  <a:schemeClr val="bg1"/>
                </a:solidFill>
                <a:latin typeface="Open Sans Light" charset="0"/>
                <a:ea typeface="ＭＳ Ｐゴシック" charset="0"/>
                <a:cs typeface="Open Sans Light" charset="0"/>
                <a:sym typeface="Open Sans Light" charset="0"/>
              </a:rPr>
              <a:t>микроядерная</a:t>
            </a:r>
            <a:r>
              <a:rPr lang="ru-RU" sz="3600" dirty="0">
                <a:solidFill>
                  <a:schemeClr val="bg1"/>
                </a:solidFill>
                <a:latin typeface="Open Sans Light" charset="0"/>
                <a:ea typeface="ＭＳ Ｐゴシック" charset="0"/>
                <a:cs typeface="Open Sans Light" charset="0"/>
                <a:sym typeface="Open Sans Light" charset="0"/>
              </a:rPr>
              <a:t> архитектура существенно снижает производительность операционной системы.</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938917856"/>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Одна из проблем, возникающих при разработке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ОС – какие функции включать в микроядро, а какие выносить в пользовательское пространство. В идеальном случае микроядро может состоять только из средств передачи сообщений и аппаратно-зависимых модулей (так называемая модель </a:t>
            </a:r>
            <a:r>
              <a:rPr lang="ru-RU" sz="3600" dirty="0" err="1">
                <a:solidFill>
                  <a:schemeClr val="bg1"/>
                </a:solidFill>
                <a:latin typeface="Open Sans Light" charset="0"/>
                <a:ea typeface="ＭＳ Ｐゴシック" charset="0"/>
                <a:cs typeface="Open Sans Light" charset="0"/>
                <a:sym typeface="Open Sans Light" charset="0"/>
              </a:rPr>
              <a:t>экзоядра</a:t>
            </a:r>
            <a:r>
              <a:rPr lang="ru-RU" sz="3600" dirty="0">
                <a:solidFill>
                  <a:schemeClr val="bg1"/>
                </a:solidFill>
                <a:latin typeface="Open Sans Light" charset="0"/>
                <a:ea typeface="ＭＳ Ｐゴシック" charset="0"/>
                <a:cs typeface="Open Sans Light" charset="0"/>
                <a:sym typeface="Open Sans Light" charset="0"/>
              </a:rPr>
              <a:t>). Для повышения производительности ОС в состав микроядра могут входить и другие часто используемые функции. В результате реализации ОС образуют некоторый спектр, на одном краю этого спектра находится операционные системы </a:t>
            </a:r>
            <a:r>
              <a:rPr lang="ru-RU" sz="3600" dirty="0" err="1">
                <a:solidFill>
                  <a:schemeClr val="bg1"/>
                </a:solidFill>
                <a:latin typeface="Open Sans Light" charset="0"/>
                <a:ea typeface="ＭＳ Ｐゴシック" charset="0"/>
                <a:cs typeface="Open Sans Light" charset="0"/>
                <a:sym typeface="Open Sans Light" charset="0"/>
              </a:rPr>
              <a:t>Workplace</a:t>
            </a:r>
            <a:r>
              <a:rPr lang="ru-RU" sz="3600" dirty="0">
                <a:solidFill>
                  <a:schemeClr val="bg1"/>
                </a:solidFill>
                <a:latin typeface="Open Sans Light" charset="0"/>
                <a:ea typeface="ＭＳ Ｐゴシック" charset="0"/>
                <a:cs typeface="Open Sans Light" charset="0"/>
                <a:sym typeface="Open Sans Light" charset="0"/>
              </a:rPr>
              <a:t> OS, 4.4BSD и </a:t>
            </a:r>
            <a:r>
              <a:rPr lang="ru-RU" sz="3600" dirty="0" err="1">
                <a:solidFill>
                  <a:schemeClr val="bg1"/>
                </a:solidFill>
                <a:latin typeface="Open Sans Light" charset="0"/>
                <a:ea typeface="ＭＳ Ｐゴシック" charset="0"/>
                <a:cs typeface="Open Sans Light" charset="0"/>
                <a:sym typeface="Open Sans Light" charset="0"/>
              </a:rPr>
              <a:t>MkLinux</a:t>
            </a:r>
            <a:r>
              <a:rPr lang="ru-RU" sz="3600" dirty="0">
                <a:solidFill>
                  <a:schemeClr val="bg1"/>
                </a:solidFill>
                <a:latin typeface="Open Sans Light" charset="0"/>
                <a:ea typeface="ＭＳ Ｐゴシック" charset="0"/>
                <a:cs typeface="Open Sans Light" charset="0"/>
                <a:sym typeface="Open Sans Light" charset="0"/>
              </a:rPr>
              <a:t>, разработанные на основе микроядра </a:t>
            </a:r>
            <a:r>
              <a:rPr lang="ru-RU" sz="3600" dirty="0" err="1">
                <a:solidFill>
                  <a:schemeClr val="bg1"/>
                </a:solidFill>
                <a:latin typeface="Open Sans Light" charset="0"/>
                <a:ea typeface="ＭＳ Ｐゴシック" charset="0"/>
                <a:cs typeface="Open Sans Light" charset="0"/>
                <a:sym typeface="Open Sans Light" charset="0"/>
              </a:rPr>
              <a:t>Mach</a:t>
            </a:r>
            <a:r>
              <a:rPr lang="ru-RU" sz="3600" dirty="0">
                <a:solidFill>
                  <a:schemeClr val="bg1"/>
                </a:solidFill>
                <a:latin typeface="Open Sans Light" charset="0"/>
                <a:ea typeface="ＭＳ Ｐゴシック" charset="0"/>
                <a:cs typeface="Open Sans Light" charset="0"/>
                <a:sym typeface="Open Sans Light" charset="0"/>
              </a:rPr>
              <a:t> и придерживающиеся чистой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доктрины. </a:t>
            </a:r>
          </a:p>
          <a:p>
            <a:pPr algn="just"/>
            <a:r>
              <a:rPr lang="ru-RU" sz="3600" dirty="0">
                <a:solidFill>
                  <a:schemeClr val="bg1"/>
                </a:solidFill>
                <a:latin typeface="Open Sans Light" charset="0"/>
                <a:ea typeface="ＭＳ Ｐゴシック" charset="0"/>
                <a:cs typeface="Open Sans Light" charset="0"/>
                <a:sym typeface="Open Sans Light" charset="0"/>
              </a:rPr>
              <a:t>	Микроядро обеспечивает управление виртуальной памятью и работу низкоуровневых драйверов. Все остальные функции, в том числе взаимодействие с прикладными программами, осуществляется монолитным ядром. Этот подход возник в результате попыток использовать преимущества </a:t>
            </a:r>
            <a:r>
              <a:rPr lang="ru-RU" sz="3600" dirty="0" err="1">
                <a:solidFill>
                  <a:schemeClr val="bg1"/>
                </a:solidFill>
                <a:latin typeface="Open Sans Light" charset="0"/>
                <a:ea typeface="ＭＳ Ｐゴシック" charset="0"/>
                <a:cs typeface="Open Sans Light" charset="0"/>
                <a:sym typeface="Open Sans Light" charset="0"/>
              </a:rPr>
              <a:t>микроядерной</a:t>
            </a:r>
            <a:r>
              <a:rPr lang="ru-RU" sz="3600" dirty="0">
                <a:solidFill>
                  <a:schemeClr val="bg1"/>
                </a:solidFill>
                <a:latin typeface="Open Sans Light" charset="0"/>
                <a:ea typeface="ＭＳ Ｐゴシック" charset="0"/>
                <a:cs typeface="Open Sans Light" charset="0"/>
                <a:sym typeface="Open Sans Light" charset="0"/>
              </a:rPr>
              <a:t> архитектуры, сохраняя по возможности хорошо отлаженный код монолитного ядра.</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49</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042615722"/>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На другом краю спектра - Windows NT, в составе которой имеется исполняющая система (NT </a:t>
            </a:r>
            <a:r>
              <a:rPr lang="ru-RU" sz="3600" dirty="0" err="1">
                <a:solidFill>
                  <a:schemeClr val="bg1"/>
                </a:solidFill>
                <a:latin typeface="Open Sans Light" charset="0"/>
                <a:ea typeface="ＭＳ Ｐゴシック" charset="0"/>
                <a:cs typeface="Open Sans Light" charset="0"/>
                <a:sym typeface="Open Sans Light" charset="0"/>
              </a:rPr>
              <a:t>executive</a:t>
            </a:r>
            <a:r>
              <a:rPr lang="ru-RU" sz="3600" dirty="0">
                <a:solidFill>
                  <a:schemeClr val="bg1"/>
                </a:solidFill>
                <a:latin typeface="Open Sans Light" charset="0"/>
                <a:ea typeface="ＭＳ Ｐゴシック" charset="0"/>
                <a:cs typeface="Open Sans Light" charset="0"/>
                <a:sym typeface="Open Sans Light" charset="0"/>
              </a:rPr>
              <a:t>), работающая в режиме ядра и выполняющая функции обеспечения безопасности, ввода-вывода и другие. Компоненты ядра Windows NT располагаются в вытесняемой памяти и взаимодействуют друг с другом путем передачи сообщений, как и положено в </a:t>
            </a:r>
            <a:r>
              <a:rPr lang="ru-RU" sz="3600" dirty="0" err="1">
                <a:solidFill>
                  <a:schemeClr val="bg1"/>
                </a:solidFill>
                <a:latin typeface="Open Sans Light" charset="0"/>
                <a:ea typeface="ＭＳ Ｐゴシック" charset="0"/>
                <a:cs typeface="Open Sans Light" charset="0"/>
                <a:sym typeface="Open Sans Light" charset="0"/>
              </a:rPr>
              <a:t>микроядерных</a:t>
            </a:r>
            <a:r>
              <a:rPr lang="ru-RU" sz="3600" dirty="0">
                <a:solidFill>
                  <a:schemeClr val="bg1"/>
                </a:solidFill>
                <a:latin typeface="Open Sans Light" charset="0"/>
                <a:ea typeface="ＭＳ Ｐゴシック" charset="0"/>
                <a:cs typeface="Open Sans Light" charset="0"/>
                <a:sym typeface="Open Sans Light" charset="0"/>
              </a:rPr>
              <a:t> операционных системах. В тоже время все компоненты ядра работают в одном адресном пространстве и активно используют общие структуры данных, что свойственно операционным системам с монолитным ядром. Кроме того, в Windows NT существует разделение между режимом ядра и режимом пользователя  - еще одна черта монолитного ядра.</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В настоящее время именно операционные системы, построенные с использованием модели клиент-сервер и концепции микроядра, в наибольшей степени удовлетворяют требованиям, предъявляемым к современным ОС.</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Микроядерная архитектура (модель клиент-сервер)</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873327879"/>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Мультипрограммирование – это режим обработки данных, при котором ресурсы вычислительной системы предоставляются каждому процессу из группы процессов обработки данных, находящихся в вычислительной системе, на интервалы времени, длительность и очередность предоставления которых определяется управляющей программой этой системы с целью обеспечения одновременной работы в интерактивном режиме.</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Суть мультипрограммного режима работы ОС заключается в том, что пока одна программа (один вычислительный процесс) ожидает завершения очередной операции ввода-вывода (подпись «</a:t>
            </a:r>
            <a:r>
              <a:rPr lang="ru-RU" sz="3600" dirty="0" err="1">
                <a:solidFill>
                  <a:schemeClr val="bg1"/>
                </a:solidFill>
                <a:latin typeface="Open Sans Light" charset="0"/>
                <a:ea typeface="ＭＳ Ｐゴシック" charset="0"/>
                <a:cs typeface="Open Sans Light" charset="0"/>
                <a:sym typeface="Open Sans Light" charset="0"/>
              </a:rPr>
              <a:t>Вв</a:t>
            </a:r>
            <a:r>
              <a:rPr lang="ru-RU" sz="3600" dirty="0">
                <a:solidFill>
                  <a:schemeClr val="bg1"/>
                </a:solidFill>
                <a:latin typeface="Open Sans Light" charset="0"/>
                <a:ea typeface="ＭＳ Ｐゴシック" charset="0"/>
                <a:cs typeface="Open Sans Light" charset="0"/>
                <a:sym typeface="Open Sans Light" charset="0"/>
              </a:rPr>
              <a:t>» на оси ординат), другая программа (процесс) может быть поставлена на решение (рис. 5). Это позволяет более полно использовать имеющиеся ресурсы (например, как видно из рисунка, центральный процессор начинает меньше простаивать) и уменьшить общее (суммарное) время, необходимое для решения некоторого множества задач.</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727440315"/>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52</a:t>
            </a:fld>
            <a:endParaRPr lang="en-US" sz="2400" dirty="0">
              <a:solidFill>
                <a:srgbClr val="B3B3B3"/>
              </a:solidFill>
              <a:latin typeface="Open Sans Bold" charset="0"/>
              <a:ea typeface="ＭＳ Ｐゴシック" charset="0"/>
              <a:cs typeface="Open Sans Bold" charset="0"/>
              <a:sym typeface="Open Sans Bold" charset="0"/>
            </a:endParaRPr>
          </a:p>
        </p:txBody>
      </p:sp>
      <p:pic>
        <p:nvPicPr>
          <p:cNvPr id="3" name="Рисунок 2">
            <a:extLst>
              <a:ext uri="{FF2B5EF4-FFF2-40B4-BE49-F238E27FC236}">
                <a16:creationId xmlns:a16="http://schemas.microsoft.com/office/drawing/2014/main" id="{1739D21C-A088-2332-5993-F56EA295DA8B}"/>
              </a:ext>
            </a:extLst>
          </p:cNvPr>
          <p:cNvPicPr>
            <a:picLocks noChangeAspect="1"/>
          </p:cNvPicPr>
          <p:nvPr/>
        </p:nvPicPr>
        <p:blipFill>
          <a:blip r:embed="rId2"/>
          <a:stretch>
            <a:fillRect/>
          </a:stretch>
        </p:blipFill>
        <p:spPr>
          <a:xfrm>
            <a:off x="4440962" y="2286000"/>
            <a:ext cx="15502075" cy="9982200"/>
          </a:xfrm>
          <a:prstGeom prst="rect">
            <a:avLst/>
          </a:prstGeom>
        </p:spPr>
      </p:pic>
      <p:sp>
        <p:nvSpPr>
          <p:cNvPr id="5" name="TextBox 4">
            <a:extLst>
              <a:ext uri="{FF2B5EF4-FFF2-40B4-BE49-F238E27FC236}">
                <a16:creationId xmlns:a16="http://schemas.microsoft.com/office/drawing/2014/main" id="{96834F0E-3BEE-0224-9B64-5549B2341C55}"/>
              </a:ext>
            </a:extLst>
          </p:cNvPr>
          <p:cNvSpPr txBox="1"/>
          <p:nvPr/>
        </p:nvSpPr>
        <p:spPr>
          <a:xfrm>
            <a:off x="6032156" y="12351891"/>
            <a:ext cx="12319686" cy="1077218"/>
          </a:xfrm>
          <a:prstGeom prst="rect">
            <a:avLst/>
          </a:prstGeom>
          <a:noFill/>
        </p:spPr>
        <p:txBody>
          <a:bodyPr wrap="square">
            <a:spAutoFit/>
          </a:bodyPr>
          <a:lstStyle/>
          <a:p>
            <a:r>
              <a:rPr lang="ru-RU" sz="3200" b="0" i="0" dirty="0">
                <a:solidFill>
                  <a:schemeClr val="bg1"/>
                </a:solidFill>
                <a:effectLst/>
                <a:latin typeface="Rubik"/>
              </a:rPr>
              <a:t>Рисунок 5 – Пример выполнения двух программ в мультипрограммном режиме</a:t>
            </a:r>
            <a:endParaRPr lang="ru-RU" sz="3200" dirty="0">
              <a:solidFill>
                <a:schemeClr val="bg1"/>
              </a:solidFill>
            </a:endParaRPr>
          </a:p>
        </p:txBody>
      </p:sp>
    </p:spTree>
    <p:extLst>
      <p:ext uri="{BB962C8B-B14F-4D97-AF65-F5344CB8AC3E}">
        <p14:creationId xmlns:p14="http://schemas.microsoft.com/office/powerpoint/2010/main" val="559551950"/>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На рис. 5 в качестве примера изображена гипотетическая ситуация, при которой благодаря совмещению во времени двух вычислительных процессов общее время их выполнения получается меньше, чем если бы их выполняли по очереди (запуск одного начинался бы только после полного завершения другого). Видно, что время выполнения каждого процесса в общем случае больше, чем если бы каждый из этих процессов выполнялся как единственный.</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При мультипрограммировании повышается пропускная способность системы, но отдельный процесс никогда не может быть выполнен быстрее, чем если бы он выполнялся в однопрограммном режиме (всякое разделение ресурсов замедляет работу одного из участников за счет дополнительных затрат времени на ожидание освобождения ресурса). При мультипрограммировании программы совместно используют не только процессор, но и другие ресурсы компьютера (оперативную и внешнюю память, устройства ввода-вывода, данные). Мультипрограммирование призвано повысить эффективность использования вычислительной системы, однако эффективность может пониматься по-разному.</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832131478"/>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Наиболее характерными критериями эффективности вычислительных систем являются:</a:t>
            </a:r>
          </a:p>
          <a:p>
            <a:pPr marL="742950" indent="-742950" algn="just">
              <a:buFont typeface="+mj-lt"/>
              <a:buAutoNum type="arabicPeriod"/>
            </a:pPr>
            <a:endParaRPr lang="ru-RU"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Пропускная способность – количество задач, выполняемых вычислительной системой в единицу времени;</a:t>
            </a:r>
            <a:endParaRPr lang="en-US"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Удобство работы пользователей, заключающееся, в частности, в том, что они имеют возможность интерактивно работать одновременно с несколькими приложениями на одной машине;</a:t>
            </a:r>
          </a:p>
          <a:p>
            <a:pPr marL="742950" indent="-742950" algn="just">
              <a:buFont typeface="+mj-lt"/>
              <a:buAutoNum type="arabicPeriod"/>
            </a:pPr>
            <a:r>
              <a:rPr lang="ru-RU" sz="3600" dirty="0">
                <a:solidFill>
                  <a:schemeClr val="bg1"/>
                </a:solidFill>
                <a:latin typeface="Open Sans Light" charset="0"/>
                <a:ea typeface="ＭＳ Ｐゴシック" charset="0"/>
                <a:cs typeface="Open Sans Light" charset="0"/>
                <a:sym typeface="Open Sans Light" charset="0"/>
              </a:rPr>
              <a:t>Реактивность системы – способность системы выдерживать заранее заданные (возможно, очень короткие) интервалы времени между запуском программы и получением результата.</a:t>
            </a:r>
            <a:endParaRPr lang="en-US" sz="3600" dirty="0">
              <a:solidFill>
                <a:schemeClr val="bg1"/>
              </a:solidFill>
              <a:latin typeface="Open Sans Light" charset="0"/>
              <a:ea typeface="ＭＳ Ｐゴシック" charset="0"/>
              <a:cs typeface="Open Sans Light" charset="0"/>
              <a:sym typeface="Open Sans Light" charset="0"/>
            </a:endParaRPr>
          </a:p>
          <a:p>
            <a:pPr marL="742950" indent="-742950" algn="just">
              <a:buFont typeface="+mj-lt"/>
              <a:buAutoNum type="arabicPeriod"/>
            </a:pPr>
            <a:endParaRPr lang="en-US"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Как было сказано ранее, в зависимости от выбранного критерия эффективности, ОС делят на системы пакетной обработки, системы разделения времени и системы реального времени, каждая из которых имеет свои особенности реализации мультипрограммирования, причем некоторые ОС могут поддерживать несколько режимов. Учитывая все это, рассмотрим более подробно особенности реализации мультипрограммирования для каждого из рассмотренных типов ОС.</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096383966"/>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Для повышения пропускной способности компьютера стремятся к обеспечению минимизации простоев (например, из-за отсутствия соответствующих данных) всех его устройств, и прежде всего центрального процессора. Естественным решением, ведущим к повышению эффективности использования процессора, является переключение процессора на выполнение другой задачи, у которой есть данные для обработки. Такой подход к реализации мультипрограммирования положен в основу пакетных систем.</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Основное предназначение систем пакетной обработки – решать задачи вычислительного характера, не требующие быстрого получения результатов. Главной целью и критерием эффективности систем пакетной обработки является пропускная способность, то есть решение числа задач в единицу времени.</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 в системах пакетной обработки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55</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733636619"/>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Для достижения этой цели в системах пакетной обработки используется следующая схема функционирования. В начале работы формируется пакет заданий, каждое из которых содержит требование к системным ресурсам. Из пакета заданий формируется мультипрограммная «смесь», то есть множество одновременно выполняемых задач. Для одновременного выполнения выбираются задачи, предъявляющие разные требования к ресурсам, так, чтобы обеспечивалась сбалансированная загрузка всех устройств вычислительной машины. Например, в мультипрограммной смеси желательно одновременное присутствие вычислительных задач и задач с интенсивным вводом-выводом.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 в системах пакетной обработки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56</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946667820"/>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Таким образом, выбор нового задания из пакета заданий зависит от внутренней ситуации, складывающейся в системе, то есть выбирается «выгодное» в некотором смысле задание. Следовательно, в вычислительных системах, работающих под управлением пакетных ОС, невозможно гарантировать выполнение того или иного задания в течение определенного периода времени. Кроме того, переключение процессора с выполнения одной задачи на выполнение другой происходит по инициативе самой активной задачи, например, когда она отказывается от процессора из-за необходимости выполнить операцию ввода-вывода. Поэтому существует высокая вероятность того, что одна задача может надолго занять процессор и выполнение интерактивных задач станет невозможным.</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Взаимодействие пользователя с вычислительной машиной, на которой установлена система пакетной обработки, сводится к тому, что он приносит задание, отдает его диспетчеру-оператору, а в конце дня после выполнения всего пакета заданий получает результат. Очевидно, что такой порядок повышает эффективность функционирования аппаратуры, но снижает эффективность работы пользователя.</a:t>
            </a:r>
          </a:p>
          <a:p>
            <a:pPr algn="just"/>
            <a:endParaRPr lang="ru-RU" sz="3600" dirty="0">
              <a:solidFill>
                <a:schemeClr val="bg1"/>
              </a:solidFill>
              <a:latin typeface="Open Sans Light" charset="0"/>
              <a:ea typeface="ＭＳ Ｐゴシック" charset="0"/>
              <a:cs typeface="Open Sans Light" charset="0"/>
              <a:sym typeface="Open Sans Light" charset="0"/>
            </a:endParaRP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C000"/>
                </a:solidFill>
                <a:latin typeface="Open Sans Light" charset="0"/>
                <a:ea typeface="ＭＳ Ｐゴシック" charset="0"/>
                <a:cs typeface="Open Sans Light" charset="0"/>
                <a:sym typeface="Open Sans Light" charset="0"/>
              </a:rPr>
              <a:t>Мультипрограммирование в системах пакетной обработки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57</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250824909"/>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 целью повышения удобства и эффективности работы пользователя применяют другой способ мультипрограммирования – разделения времени. В системах разделения времени пользователю (пользователям) предоставляется возможность интерактивной работы с несколькими приложениями одновременно. В системах разделения времени эта проблема решается за счет того, что ОС принудительно периодически приостанавливает приложения, не дожидаясь, когда они добровольно освободят процессор. Всем приложениям попеременно выделяется квант процессорного времени, поэтому пользователи, запустившие программы на выполнение, получают возможность поддерживать с ними диалог.</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50"/>
                </a:solidFill>
                <a:latin typeface="Open Sans Light" charset="0"/>
                <a:ea typeface="ＭＳ Ｐゴシック" charset="0"/>
                <a:cs typeface="Open Sans Light" charset="0"/>
                <a:sym typeface="Open Sans Light" charset="0"/>
              </a:rPr>
              <a:t>Мультипрограммирование в системах разделения времени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58</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2041665990"/>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Системы разделения времени призваны исправить основной недостаток систем пакетной обработки – изоляцию пользователя-программиста от процесса выполнения его задач. Каждому пользователю в этом случае предоставляется терминал, с которого он может вести диалог со своей программой. В связи с тем, что в системах разделения времени каждой задаче выделяется только квант процессорного времени, ни одна задача не занимает процессор надолго и время ответа оказывается приемлемым. Если квант выбран небольшой, то у всех пользователей, одновременно работающих на одной и той же машине, складывается впечатление, что каждый из них использует ее единолично.</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50"/>
                </a:solidFill>
                <a:latin typeface="Open Sans Light" charset="0"/>
                <a:ea typeface="ＭＳ Ｐゴシック" charset="0"/>
                <a:cs typeface="Open Sans Light" charset="0"/>
                <a:sym typeface="Open Sans Light" charset="0"/>
              </a:rPr>
              <a:t>Мультипрограммирование в системах разделения времени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59</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885861320"/>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Очевидно, что системы разделения времени обладают меньшей пропускной способностью, чем системы пакетной обработки, так как на выполнение принимается каждая запущенная пользователем задача, а не та, которая «выгодна» системе. Кроме того, производительность системы снижается из-за возросших накладных расходов вычислительной мощности на более частое переключение процессора с задачи на задачу. </a:t>
            </a:r>
          </a:p>
          <a:p>
            <a:pPr algn="just"/>
            <a:r>
              <a:rPr lang="ru-RU" sz="3600" dirty="0">
                <a:solidFill>
                  <a:schemeClr val="bg1"/>
                </a:solidFill>
                <a:latin typeface="Open Sans Light" charset="0"/>
                <a:ea typeface="ＭＳ Ｐゴシック" charset="0"/>
                <a:cs typeface="Open Sans Light" charset="0"/>
                <a:sym typeface="Open Sans Light" charset="0"/>
              </a:rPr>
              <a:t>	Это вполне соответствует тому, что критерием эффективности систем разделения времени является не максимальная пропускная способность, а удобство и эффективность работы пользователя. Вместе с тем мультипрограммное выполнение интерактивных приложений повышает пропускную способность компьютера (пусть и не в такой степени, как пакетные системы). Аппаратура загружается более эффективно, поскольку в то время, пока одно приложение ждет сообщения пользователя, другие приложения могут обрабатываться процессором.</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00B050"/>
                </a:solidFill>
                <a:latin typeface="Open Sans Light" charset="0"/>
                <a:ea typeface="ＭＳ Ｐゴシック" charset="0"/>
                <a:cs typeface="Open Sans Light" charset="0"/>
                <a:sym typeface="Open Sans Light" charset="0"/>
              </a:rPr>
              <a:t>Мультипрограммирование в системах разделения времени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60</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645920808"/>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Еще одна разновидность мультипрограммирования используется ОСРВ, предназначенных, как отмечено выше в п. 2.2, для управления с помощью компьютера различными техническими объектами или технологическими процессами. Критерием эффективности этих систем является способность выдерживать заранее заданные интервалы времени между запуском программы и получением результата (управляющего воздействия). Это время называется временем реакции системы, а соответствующее свойство системы – реактивностью. Требования ко времени реакции зависят от специфики управляемого процесса.</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В ОСРВ «мультипрограммная смесь» представляет собой фиксированный набор заранее разработанных программ, а выбор программы на выполнение осуществляется по прерываниям (исходя из текущего состояния объекта) или в соответствии с расписанием плановых работ.</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FF00"/>
                </a:solidFill>
                <a:latin typeface="Open Sans Light" charset="0"/>
                <a:ea typeface="ＭＳ Ｐゴシック" charset="0"/>
                <a:cs typeface="Open Sans Light" charset="0"/>
                <a:sym typeface="Open Sans Light" charset="0"/>
              </a:rPr>
              <a:t>Мультипрограммирование в системах реального времени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61</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1509101781"/>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Способность аппаратуры компьютера и ОСРВ к быстрому ответу зависит в основном от скорости переключения одной задачи на другую и, в частности, от скорости обработки сигналов прерывания. Если для обработки прерывания процессор должен опросить сотни потенциальных источников прерывания, то реакция системы будет слишком медленной. Время обработки прерывания в ОСРВ часто определяет требования к классу процессора даже при небольшой его загрузке.</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Способность аппаратуры компьютера и ОСРВ к быстрому ответу зависит в основном от скорости переключения одной задачи на другую и, в частности, от скорости обработки сигналов прерывания. Если для обработки прерывания процессор должен опросить сотни потенциальных источников прерывания, то реакция системы будет слишком медленной. Время обработки прерывания в ОСРВ часто определяет требования к классу процессора даже при небольшой его загрузке.</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FFFF00"/>
                </a:solidFill>
                <a:latin typeface="Open Sans Light" charset="0"/>
                <a:ea typeface="ＭＳ Ｐゴシック" charset="0"/>
                <a:cs typeface="Open Sans Light" charset="0"/>
                <a:sym typeface="Open Sans Light" charset="0"/>
              </a:rPr>
              <a:t>Мультипрограммирование в системах реального времени</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62</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3359283118"/>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0" name="Group 8"/>
          <p:cNvGrpSpPr>
            <a:grpSpLocks/>
          </p:cNvGrpSpPr>
          <p:nvPr/>
        </p:nvGrpSpPr>
        <p:grpSpPr bwMode="auto">
          <a:xfrm>
            <a:off x="1371600" y="3173413"/>
            <a:ext cx="21564600" cy="7354887"/>
            <a:chOff x="2608" y="0"/>
            <a:chExt cx="6690" cy="4632"/>
          </a:xfrm>
        </p:grpSpPr>
        <p:sp>
          <p:nvSpPr>
            <p:cNvPr id="8194" name="Rectangle 2"/>
            <p:cNvSpPr>
              <a:spLocks/>
            </p:cNvSpPr>
            <p:nvPr/>
          </p:nvSpPr>
          <p:spPr bwMode="auto">
            <a:xfrm>
              <a:off x="2610" y="0"/>
              <a:ext cx="6688" cy="2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8800" dirty="0">
                  <a:solidFill>
                    <a:srgbClr val="CDCDCD"/>
                  </a:solidFill>
                  <a:latin typeface="Open Sans Light" charset="0"/>
                  <a:ea typeface="ＭＳ Ｐゴシック" charset="0"/>
                  <a:cs typeface="Open Sans Light" charset="0"/>
                  <a:sym typeface="Open Sans Light" charset="0"/>
                </a:rPr>
                <a:t>Модель процесса. Создание процесса. Завершение процесса. Иерархия процесса. Состояние процесса. Реализация процесса</a:t>
              </a:r>
            </a:p>
          </p:txBody>
        </p:sp>
        <p:sp>
          <p:nvSpPr>
            <p:cNvPr id="8195" name="Rectangle 3"/>
            <p:cNvSpPr>
              <a:spLocks/>
            </p:cNvSpPr>
            <p:nvPr/>
          </p:nvSpPr>
          <p:spPr bwMode="auto">
            <a:xfrm>
              <a:off x="2608" y="3052"/>
              <a:ext cx="6688" cy="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r>
                <a:rPr lang="ru-RU" sz="4000" dirty="0">
                  <a:solidFill>
                    <a:srgbClr val="CDCDCD"/>
                  </a:solidFill>
                  <a:latin typeface="Open Sans Light" charset="0"/>
                  <a:ea typeface="ＭＳ Ｐゴシック" charset="0"/>
                  <a:cs typeface="Open Sans Light" charset="0"/>
                  <a:sym typeface="Open Sans Light" charset="0"/>
                </a:rPr>
                <a:t>ОПЕРАЦИОННЫЕ СИСТЕМЫ И СРЕДЫ</a:t>
              </a:r>
            </a:p>
            <a:p>
              <a:pPr algn="l"/>
              <a:r>
                <a:rPr lang="ru-RU" sz="3600" dirty="0">
                  <a:solidFill>
                    <a:srgbClr val="CDCDCD"/>
                  </a:solidFill>
                  <a:latin typeface="Open Sans Light Italic" charset="0"/>
                  <a:ea typeface="ＭＳ Ｐゴシック" charset="0"/>
                  <a:cs typeface="Open Sans Light Italic" charset="0"/>
                  <a:sym typeface="Open Sans Light Italic" charset="0"/>
                </a:rPr>
                <a:t>Преподаватель: Сидиков И.Д.</a:t>
              </a:r>
              <a:endParaRPr lang="en-US" sz="3600" dirty="0">
                <a:solidFill>
                  <a:srgbClr val="CDCDCD"/>
                </a:solidFill>
                <a:latin typeface="Open Sans Light Italic" charset="0"/>
                <a:ea typeface="ＭＳ Ｐゴシック" charset="0"/>
                <a:cs typeface="Open Sans Light Italic" charset="0"/>
                <a:sym typeface="Open Sans Light Italic" charset="0"/>
              </a:endParaRPr>
            </a:p>
          </p:txBody>
        </p:sp>
        <p:grpSp>
          <p:nvGrpSpPr>
            <p:cNvPr id="8199" name="Group 7"/>
            <p:cNvGrpSpPr>
              <a:grpSpLocks/>
            </p:cNvGrpSpPr>
            <p:nvPr/>
          </p:nvGrpSpPr>
          <p:grpSpPr bwMode="auto">
            <a:xfrm>
              <a:off x="2615" y="2800"/>
              <a:ext cx="6184" cy="1832"/>
              <a:chOff x="0" y="0"/>
              <a:chExt cx="6183" cy="1831"/>
            </a:xfrm>
          </p:grpSpPr>
          <p:sp>
            <p:nvSpPr>
              <p:cNvPr id="8197" name="Line 5"/>
              <p:cNvSpPr>
                <a:spLocks noChangeShapeType="1"/>
              </p:cNvSpPr>
              <p:nvPr/>
            </p:nvSpPr>
            <p:spPr bwMode="auto">
              <a:xfrm>
                <a:off x="2" y="0"/>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sp>
            <p:nvSpPr>
              <p:cNvPr id="8198" name="Line 6"/>
              <p:cNvSpPr>
                <a:spLocks noChangeShapeType="1"/>
              </p:cNvSpPr>
              <p:nvPr/>
            </p:nvSpPr>
            <p:spPr bwMode="auto">
              <a:xfrm>
                <a:off x="0" y="1831"/>
                <a:ext cx="6181" cy="0"/>
              </a:xfrm>
              <a:prstGeom prst="line">
                <a:avLst/>
              </a:prstGeom>
              <a:noFill/>
              <a:ln w="12700" cap="flat">
                <a:solidFill>
                  <a:srgbClr val="808080"/>
                </a:solidFill>
                <a:prstDash val="solid"/>
                <a:miter lim="800000"/>
                <a:headEnd type="none" w="med" len="med"/>
                <a:tailEnd type="none" w="med" len="med"/>
              </a:ln>
              <a:extLst>
                <a:ext uri="{909E8E84-426E-40dd-AFC4-6F175D3DCCD1}">
                  <a14:hiddenFill xmlns:a14="http://schemas.microsoft.com/office/drawing/2010/main" xmlns="">
                    <a:solidFill>
                      <a:srgbClr val="FFFFFF"/>
                    </a:solidFill>
                  </a14:hiddenFill>
                </a:ext>
              </a:extLst>
            </p:spPr>
            <p:txBody>
              <a:bodyPr lIns="0" tIns="0" rIns="0" bIns="0"/>
              <a:lstStyle/>
              <a:p>
                <a:endParaRPr lang="en-US"/>
              </a:p>
            </p:txBody>
          </p:sp>
        </p:grpSp>
      </p:grpSp>
      <p:sp>
        <p:nvSpPr>
          <p:cNvPr id="8201" name="Rectangle 9"/>
          <p:cNvSpPr>
            <a:spLocks/>
          </p:cNvSpPr>
          <p:nvPr/>
        </p:nvSpPr>
        <p:spPr bwMode="auto">
          <a:xfrm>
            <a:off x="22244012" y="12705834"/>
            <a:ext cx="50013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ru-RU" sz="2400" dirty="0">
                <a:solidFill>
                  <a:srgbClr val="B3B3B3"/>
                </a:solidFill>
                <a:latin typeface="Open Sans Bold" charset="0"/>
                <a:ea typeface="ＭＳ Ｐゴシック" charset="0"/>
                <a:cs typeface="Open Sans Bold" charset="0"/>
                <a:sym typeface="Open Sans Bold" charset="0"/>
              </a:rPr>
              <a:t>0</a:t>
            </a:r>
            <a:fld id="{1C2B3FBC-E633-4B61-9380-E4C2D137BCEB}" type="slidenum">
              <a:rPr lang="en-US" sz="2400" smtClean="0">
                <a:solidFill>
                  <a:srgbClr val="B3B3B3"/>
                </a:solidFill>
                <a:latin typeface="Open Sans Bold" charset="0"/>
                <a:ea typeface="ＭＳ Ｐゴシック" charset="0"/>
                <a:cs typeface="Open Sans Bold" charset="0"/>
                <a:sym typeface="Open Sans Bold" charset="0"/>
              </a:rPr>
              <a:t>63</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961267275"/>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43" name="Rectangle 19"/>
          <p:cNvSpPr>
            <a:spLocks/>
          </p:cNvSpPr>
          <p:nvPr/>
        </p:nvSpPr>
        <p:spPr bwMode="auto">
          <a:xfrm>
            <a:off x="1449388" y="2438400"/>
            <a:ext cx="21457636" cy="975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algn="just"/>
            <a:r>
              <a:rPr lang="ru-RU" sz="3600" dirty="0">
                <a:solidFill>
                  <a:schemeClr val="bg1"/>
                </a:solidFill>
                <a:latin typeface="Open Sans Light" charset="0"/>
                <a:ea typeface="ＭＳ Ｐゴシック" charset="0"/>
                <a:cs typeface="Open Sans Light" charset="0"/>
                <a:sym typeface="Open Sans Light" charset="0"/>
              </a:rPr>
              <a:t>	Процесс характеризует некоторую совокупность набора исполняющихся команд, ассоциированных с ним ресурсов (выделенная для исполнения память или адресное пространство, стеки, используемые файлы и устройства ввода-вывода и т.д.) и информации о текущем моменте его исполнения (значения регистров, программного счетчика, состояние стека и значения переменных), находящуюся под управлением ОС. Такая обособленность нужна для того, чтобы защитить один процесс от другого, поскольку они, совместно используя все ресурсы вычислительной системы, конкурируют друг с другом за доступ к ресурсам. В общем случае процессы никак не связаны между собой и могут принадлежать даже разным пользователям, разделяющим одну вычислительную систему.</a:t>
            </a:r>
          </a:p>
          <a:p>
            <a:pPr algn="just"/>
            <a:endParaRPr lang="ru-RU" sz="3600" dirty="0">
              <a:solidFill>
                <a:schemeClr val="bg1"/>
              </a:solidFill>
              <a:latin typeface="Open Sans Light" charset="0"/>
              <a:ea typeface="ＭＳ Ｐゴシック" charset="0"/>
              <a:cs typeface="Open Sans Light" charset="0"/>
              <a:sym typeface="Open Sans Light" charset="0"/>
            </a:endParaRPr>
          </a:p>
          <a:p>
            <a:pPr algn="just"/>
            <a:r>
              <a:rPr lang="ru-RU" sz="3600" dirty="0">
                <a:solidFill>
                  <a:schemeClr val="bg1"/>
                </a:solidFill>
                <a:latin typeface="Open Sans Light" charset="0"/>
                <a:ea typeface="ＭＳ Ｐゴシック" charset="0"/>
                <a:cs typeface="Open Sans Light" charset="0"/>
                <a:sym typeface="Open Sans Light" charset="0"/>
              </a:rPr>
              <a:t>	В настоящее время в большинстве ОС для поддержки мультипрограммирования кроме понятия процесс определена еще одна, более «мелкая» единица работы – поток.</a:t>
            </a:r>
          </a:p>
        </p:txBody>
      </p:sp>
      <p:sp>
        <p:nvSpPr>
          <p:cNvPr id="26644" name="Rectangle 20"/>
          <p:cNvSpPr>
            <a:spLocks/>
          </p:cNvSpPr>
          <p:nvPr/>
        </p:nvSpPr>
        <p:spPr bwMode="auto">
          <a:xfrm>
            <a:off x="1465864" y="711994"/>
            <a:ext cx="21457636" cy="194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nchor="ctr"/>
          <a:lstStyle/>
          <a:p>
            <a:pPr algn="l">
              <a:lnSpc>
                <a:spcPct val="90000"/>
              </a:lnSpc>
            </a:pPr>
            <a:r>
              <a:rPr lang="ru-RU" dirty="0">
                <a:solidFill>
                  <a:srgbClr val="92D050"/>
                </a:solidFill>
                <a:latin typeface="Open Sans Light" charset="0"/>
                <a:ea typeface="ＭＳ Ｐゴシック" charset="0"/>
                <a:cs typeface="Open Sans Light" charset="0"/>
                <a:sym typeface="Open Sans Light" charset="0"/>
              </a:rPr>
              <a:t>Понятие процесса и потока</a:t>
            </a:r>
          </a:p>
        </p:txBody>
      </p:sp>
      <p:sp>
        <p:nvSpPr>
          <p:cNvPr id="26648" name="Rectangle 24"/>
          <p:cNvSpPr>
            <a:spLocks/>
          </p:cNvSpPr>
          <p:nvPr/>
        </p:nvSpPr>
        <p:spPr bwMode="auto">
          <a:xfrm>
            <a:off x="22317752" y="12705834"/>
            <a:ext cx="35266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wrap="none" lIns="0" tIns="0" rIns="0" bIns="0" anchor="ctr">
            <a:spAutoFit/>
          </a:bodyPr>
          <a:lstStyle/>
          <a:p>
            <a:r>
              <a:rPr lang="en-US" sz="2400" dirty="0">
                <a:solidFill>
                  <a:srgbClr val="B3B3B3"/>
                </a:solidFill>
                <a:latin typeface="Open Sans Bold" charset="0"/>
                <a:ea typeface="ＭＳ Ｐゴシック" charset="0"/>
                <a:cs typeface="Open Sans Bold" charset="0"/>
                <a:sym typeface="Open Sans Bold" charset="0"/>
              </a:rPr>
              <a:t>0</a:t>
            </a:r>
            <a:fld id="{CB6A28C0-B25E-40B9-BA4F-B3055F3F3CAA}" type="slidenum">
              <a:rPr lang="en-US" sz="2400" smtClean="0">
                <a:solidFill>
                  <a:srgbClr val="B3B3B3"/>
                </a:solidFill>
                <a:latin typeface="Open Sans Bold" charset="0"/>
                <a:ea typeface="ＭＳ Ｐゴシック" charset="0"/>
                <a:cs typeface="Open Sans Bold" charset="0"/>
                <a:sym typeface="Open Sans Bold" charset="0"/>
              </a:rPr>
              <a:t>64</a:t>
            </a:fld>
            <a:endParaRPr lang="en-US" sz="2400" dirty="0">
              <a:solidFill>
                <a:srgbClr val="B3B3B3"/>
              </a:solidFill>
              <a:latin typeface="Open Sans Bold" charset="0"/>
              <a:ea typeface="ＭＳ Ｐゴシック" charset="0"/>
              <a:cs typeface="Open Sans Bold" charset="0"/>
              <a:sym typeface="Open Sans Bold" charset="0"/>
            </a:endParaRPr>
          </a:p>
        </p:txBody>
      </p:sp>
    </p:spTree>
    <p:extLst>
      <p:ext uri="{BB962C8B-B14F-4D97-AF65-F5344CB8AC3E}">
        <p14:creationId xmlns:p14="http://schemas.microsoft.com/office/powerpoint/2010/main" val="4162028680"/>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tle">
  <a:themeElements>
    <a:clrScheme name="">
      <a:dk1>
        <a:srgbClr val="000000"/>
      </a:dk1>
      <a:lt1>
        <a:srgbClr val="FFFFFF"/>
      </a:lt1>
      <a:dk2>
        <a:srgbClr val="000000"/>
      </a:dk2>
      <a:lt2>
        <a:srgbClr val="808080"/>
      </a:lt2>
      <a:accent1>
        <a:srgbClr val="1A1A1A"/>
      </a:accent1>
      <a:accent2>
        <a:srgbClr val="333399"/>
      </a:accent2>
      <a:accent3>
        <a:srgbClr val="FFFFFF"/>
      </a:accent3>
      <a:accent4>
        <a:srgbClr val="000000"/>
      </a:accent4>
      <a:accent5>
        <a:srgbClr val="ABABAB"/>
      </a:accent5>
      <a:accent6>
        <a:srgbClr val="2D2D8A"/>
      </a:accent6>
      <a:hlink>
        <a:srgbClr val="009999"/>
      </a:hlink>
      <a:folHlink>
        <a:srgbClr val="99CC00"/>
      </a:folHlink>
    </a:clrScheme>
    <a:fontScheme name="Title">
      <a:majorFont>
        <a:latin typeface="Roboto Regular"/>
        <a:ea typeface="Heiti SC Light"/>
        <a:cs typeface="Heiti SC Light"/>
      </a:majorFont>
      <a:minorFont>
        <a:latin typeface="Roboto Regular"/>
        <a:ea typeface="Heiti SC Light"/>
        <a:cs typeface="Heiti S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56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5600" b="0" i="0" u="none" strike="noStrike" cap="none" normalizeH="0" baseline="0">
            <a:ln>
              <a:noFill/>
            </a:ln>
            <a:solidFill>
              <a:srgbClr val="000000"/>
            </a:solidFill>
            <a:effectLst/>
            <a:latin typeface="Gill Sans" charset="0"/>
            <a:ea typeface="Heiti SC Light" charset="0"/>
            <a:cs typeface="Heiti SC Light" charset="0"/>
            <a:sym typeface="Gill Sans" charset="0"/>
          </a:defRPr>
        </a:defPPr>
      </a:lstStyle>
    </a:lnDef>
  </a:objectDefaults>
  <a:extraClrSchemeLst>
    <a:extraClrScheme>
      <a:clrScheme name="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Pages>0</Pages>
  <Words>7923</Words>
  <Characters>0</Characters>
  <Application>Microsoft Office PowerPoint</Application>
  <PresentationFormat>Произвольный</PresentationFormat>
  <Lines>0</Lines>
  <Paragraphs>376</Paragraphs>
  <Slides>64</Slides>
  <Notes>14</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64</vt:i4>
      </vt:variant>
    </vt:vector>
  </HeadingPairs>
  <TitlesOfParts>
    <vt:vector size="73" baseType="lpstr">
      <vt:lpstr>Arial</vt:lpstr>
      <vt:lpstr>Calibri</vt:lpstr>
      <vt:lpstr>Gill Sans</vt:lpstr>
      <vt:lpstr>Open Sans Bold</vt:lpstr>
      <vt:lpstr>Open Sans Light</vt:lpstr>
      <vt:lpstr>Open Sans Light Italic</vt:lpstr>
      <vt:lpstr>Roboto Regular</vt:lpstr>
      <vt:lpstr>Rubik</vt:lpstr>
      <vt:lpstr>Title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Ильяс Сидиков</cp:lastModifiedBy>
  <cp:revision>89</cp:revision>
  <dcterms:modified xsi:type="dcterms:W3CDTF">2023-01-23T15:55:21Z</dcterms:modified>
</cp:coreProperties>
</file>